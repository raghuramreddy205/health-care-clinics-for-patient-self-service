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11"/>
  </p:notesMasterIdLst>
  <p:sldIdLst>
    <p:sldId id="256" r:id="rId2"/>
    <p:sldId id="282" r:id="rId3"/>
    <p:sldId id="258" r:id="rId4"/>
    <p:sldId id="284" r:id="rId5"/>
    <p:sldId id="285" r:id="rId6"/>
    <p:sldId id="286" r:id="rId7"/>
    <p:sldId id="287" r:id="rId8"/>
    <p:sldId id="283" r:id="rId9"/>
    <p:sldId id="288" r:id="rId10"/>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Calibri" panose="020F0502020204030204" pitchFamily="34" charset="0"/>
        <a:ea typeface="+mn-ea"/>
        <a:cs typeface="+mn-cs"/>
      </a:defRPr>
    </a:lvl1pPr>
    <a:lvl2pPr marL="457200" algn="l" rtl="0" fontAlgn="base">
      <a:spcBef>
        <a:spcPct val="0"/>
      </a:spcBef>
      <a:spcAft>
        <a:spcPct val="0"/>
      </a:spcAft>
      <a:defRPr kern="1200">
        <a:solidFill>
          <a:schemeClr val="tx1"/>
        </a:solidFill>
        <a:latin typeface="Calibri" panose="020F0502020204030204" pitchFamily="34" charset="0"/>
        <a:ea typeface="+mn-ea"/>
        <a:cs typeface="+mn-cs"/>
      </a:defRPr>
    </a:lvl2pPr>
    <a:lvl3pPr marL="914400" algn="l" rtl="0" fontAlgn="base">
      <a:spcBef>
        <a:spcPct val="0"/>
      </a:spcBef>
      <a:spcAft>
        <a:spcPct val="0"/>
      </a:spcAft>
      <a:defRPr kern="1200">
        <a:solidFill>
          <a:schemeClr val="tx1"/>
        </a:solidFill>
        <a:latin typeface="Calibri" panose="020F0502020204030204" pitchFamily="34" charset="0"/>
        <a:ea typeface="+mn-ea"/>
        <a:cs typeface="+mn-cs"/>
      </a:defRPr>
    </a:lvl3pPr>
    <a:lvl4pPr marL="1371600" algn="l" rtl="0" fontAlgn="base">
      <a:spcBef>
        <a:spcPct val="0"/>
      </a:spcBef>
      <a:spcAft>
        <a:spcPct val="0"/>
      </a:spcAft>
      <a:defRPr kern="1200">
        <a:solidFill>
          <a:schemeClr val="tx1"/>
        </a:solidFill>
        <a:latin typeface="Calibri" panose="020F0502020204030204" pitchFamily="34" charset="0"/>
        <a:ea typeface="+mn-ea"/>
        <a:cs typeface="+mn-cs"/>
      </a:defRPr>
    </a:lvl4pPr>
    <a:lvl5pPr marL="1828800" algn="l" rtl="0" fontAlgn="base">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5B9BD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6C010ED-0683-4501-BDEE-4073BB63D88D}" v="7" dt="2026-10-08T03:43:18.72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661" autoAdjust="0"/>
    <p:restoredTop sz="94660" autoAdjust="0"/>
  </p:normalViewPr>
  <p:slideViewPr>
    <p:cSldViewPr snapToGrid="0">
      <p:cViewPr varScale="1">
        <p:scale>
          <a:sx n="82" d="100"/>
          <a:sy n="82" d="100"/>
        </p:scale>
        <p:origin x="571" y="34"/>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2006" cy="72006"/>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em Reddy" userId="333efcd0544bb6ea" providerId="LiveId" clId="{C2A59028-725E-4941-ADB4-0C54A3394255}"/>
    <pc:docChg chg="undo custSel addSld delSld modSld">
      <pc:chgData name="Prem Reddy" userId="333efcd0544bb6ea" providerId="LiveId" clId="{C2A59028-725E-4941-ADB4-0C54A3394255}" dt="2026-10-08T03:43:18.720" v="39" actId="1076"/>
      <pc:docMkLst>
        <pc:docMk/>
      </pc:docMkLst>
      <pc:sldChg chg="addSp delSp modSp add mod">
        <pc:chgData name="Prem Reddy" userId="333efcd0544bb6ea" providerId="LiveId" clId="{C2A59028-725E-4941-ADB4-0C54A3394255}" dt="2026-10-08T03:43:18.720" v="39" actId="1076"/>
        <pc:sldMkLst>
          <pc:docMk/>
          <pc:sldMk cId="320753980" sldId="288"/>
        </pc:sldMkLst>
        <pc:spChg chg="mod">
          <ac:chgData name="Prem Reddy" userId="333efcd0544bb6ea" providerId="LiveId" clId="{C2A59028-725E-4941-ADB4-0C54A3394255}" dt="2026-10-08T03:43:18.720" v="39" actId="1076"/>
          <ac:spMkLst>
            <pc:docMk/>
            <pc:sldMk cId="320753980" sldId="288"/>
            <ac:spMk id="2" creationId="{D0364D96-1636-C1DF-EB77-14C23D5120B2}"/>
          </ac:spMkLst>
        </pc:spChg>
        <pc:spChg chg="add del mod">
          <ac:chgData name="Prem Reddy" userId="333efcd0544bb6ea" providerId="LiveId" clId="{C2A59028-725E-4941-ADB4-0C54A3394255}" dt="2026-10-08T03:42:59.066" v="26" actId="478"/>
          <ac:spMkLst>
            <pc:docMk/>
            <pc:sldMk cId="320753980" sldId="288"/>
            <ac:spMk id="4" creationId="{EF49D4C2-80FA-DAA8-758F-04DF9B2FA78A}"/>
          </ac:spMkLst>
        </pc:spChg>
        <pc:picChg chg="del">
          <ac:chgData name="Prem Reddy" userId="333efcd0544bb6ea" providerId="LiveId" clId="{C2A59028-725E-4941-ADB4-0C54A3394255}" dt="2026-10-08T03:42:38.009" v="22" actId="478"/>
          <ac:picMkLst>
            <pc:docMk/>
            <pc:sldMk cId="320753980" sldId="288"/>
            <ac:picMk id="5" creationId="{74A7A317-892C-2AD4-0F23-C756C8DCFE01}"/>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7BCA554-0715-FB2C-06EA-DB4E0EF9F6C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IN"/>
          </a:p>
        </p:txBody>
      </p:sp>
      <p:sp>
        <p:nvSpPr>
          <p:cNvPr id="3" name="Date Placeholder 2">
            <a:extLst>
              <a:ext uri="{FF2B5EF4-FFF2-40B4-BE49-F238E27FC236}">
                <a16:creationId xmlns:a16="http://schemas.microsoft.com/office/drawing/2014/main" id="{EEEBAFB6-5C8F-3861-5D13-3D0193066E3C}"/>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F395FB5B-B995-4ACE-9B50-70176FD534C9}" type="datetimeFigureOut">
              <a:rPr lang="en-IN"/>
              <a:pPr>
                <a:defRPr/>
              </a:pPr>
              <a:t>08-10-2026</a:t>
            </a:fld>
            <a:endParaRPr lang="en-IN"/>
          </a:p>
        </p:txBody>
      </p:sp>
      <p:sp>
        <p:nvSpPr>
          <p:cNvPr id="4" name="Slide Image Placeholder 3">
            <a:extLst>
              <a:ext uri="{FF2B5EF4-FFF2-40B4-BE49-F238E27FC236}">
                <a16:creationId xmlns:a16="http://schemas.microsoft.com/office/drawing/2014/main" id="{77266124-7B76-713F-AC4A-84D44AE319FF}"/>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IN" noProof="0"/>
          </a:p>
        </p:txBody>
      </p:sp>
      <p:sp>
        <p:nvSpPr>
          <p:cNvPr id="5" name="Notes Placeholder 4">
            <a:extLst>
              <a:ext uri="{FF2B5EF4-FFF2-40B4-BE49-F238E27FC236}">
                <a16:creationId xmlns:a16="http://schemas.microsoft.com/office/drawing/2014/main" id="{79315079-ABFB-5CDC-BDD2-A69CB2C205E1}"/>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IN" noProof="0"/>
          </a:p>
        </p:txBody>
      </p:sp>
      <p:sp>
        <p:nvSpPr>
          <p:cNvPr id="6" name="Footer Placeholder 5">
            <a:extLst>
              <a:ext uri="{FF2B5EF4-FFF2-40B4-BE49-F238E27FC236}">
                <a16:creationId xmlns:a16="http://schemas.microsoft.com/office/drawing/2014/main" id="{4241D13E-E761-0910-18B3-3FF9061A55C4}"/>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IN"/>
          </a:p>
        </p:txBody>
      </p:sp>
      <p:sp>
        <p:nvSpPr>
          <p:cNvPr id="7" name="Slide Number Placeholder 6">
            <a:extLst>
              <a:ext uri="{FF2B5EF4-FFF2-40B4-BE49-F238E27FC236}">
                <a16:creationId xmlns:a16="http://schemas.microsoft.com/office/drawing/2014/main" id="{96E52785-6A10-0037-9114-C3719902D890}"/>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60EA9FA8-AD3E-4FEF-966F-CC2B62C5A2FB}" type="slidenum">
              <a:rPr lang="en-IN" altLang="en-US"/>
              <a:pPr/>
              <a:t>‹#›</a:t>
            </a:fld>
            <a:endParaRPr lang="en-I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9D34C48B-9BDD-E127-9BE9-3CC4074A01CB}"/>
              </a:ext>
            </a:extLst>
          </p:cNvPr>
          <p:cNvSpPr/>
          <p:nvPr/>
        </p:nvSpPr>
        <p:spPr>
          <a:xfrm>
            <a:off x="0" y="0"/>
            <a:ext cx="12192000" cy="2413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5" name="Rectangle 2">
            <a:extLst>
              <a:ext uri="{FF2B5EF4-FFF2-40B4-BE49-F238E27FC236}">
                <a16:creationId xmlns:a16="http://schemas.microsoft.com/office/drawing/2014/main" id="{7F58D071-60E0-12AA-66A0-31C2A86B395B}"/>
              </a:ext>
            </a:extLst>
          </p:cNvPr>
          <p:cNvSpPr/>
          <p:nvPr/>
        </p:nvSpPr>
        <p:spPr>
          <a:xfrm>
            <a:off x="0" y="6553200"/>
            <a:ext cx="12192000" cy="314325"/>
          </a:xfrm>
          <a:prstGeom prst="rect">
            <a:avLst/>
          </a:prstGeom>
          <a:ln>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IN" dirty="0">
                <a:solidFill>
                  <a:schemeClr val="tx1"/>
                </a:solidFill>
              </a:rPr>
              <a:t>MRCET | Department of Emerging Technologies | Application Development-II PPT| III Year </a:t>
            </a:r>
            <a:r>
              <a:rPr lang="en-IN" dirty="0" err="1">
                <a:solidFill>
                  <a:schemeClr val="tx1"/>
                </a:solidFill>
              </a:rPr>
              <a:t>B.Tech</a:t>
            </a:r>
            <a:r>
              <a:rPr lang="en-IN" dirty="0">
                <a:solidFill>
                  <a:schemeClr val="tx1"/>
                </a:solidFill>
              </a:rPr>
              <a:t>-II Semester</a:t>
            </a:r>
          </a:p>
        </p:txBody>
      </p:sp>
      <p:pic>
        <p:nvPicPr>
          <p:cNvPr id="6" name="Picture 11">
            <a:extLst>
              <a:ext uri="{FF2B5EF4-FFF2-40B4-BE49-F238E27FC236}">
                <a16:creationId xmlns:a16="http://schemas.microsoft.com/office/drawing/2014/main" id="{1BAD6379-3C6D-E3A6-4D55-56892459F56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1353800" y="0"/>
            <a:ext cx="82232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noProof="1"/>
              <a:t>Click to edit Master title style</a:t>
            </a:r>
            <a:endParaRPr lang="en-IN" noProof="1"/>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1"/>
              <a:t>Click to edit Master subtitle style</a:t>
            </a:r>
            <a:endParaRPr lang="en-IN" noProof="1"/>
          </a:p>
        </p:txBody>
      </p:sp>
      <p:sp>
        <p:nvSpPr>
          <p:cNvPr id="7" name="Date Placeholder 3">
            <a:extLst>
              <a:ext uri="{FF2B5EF4-FFF2-40B4-BE49-F238E27FC236}">
                <a16:creationId xmlns:a16="http://schemas.microsoft.com/office/drawing/2014/main" id="{C77849AE-AA27-FB20-3314-67D5B3386061}"/>
              </a:ext>
            </a:extLst>
          </p:cNvPr>
          <p:cNvSpPr>
            <a:spLocks noGrp="1"/>
          </p:cNvSpPr>
          <p:nvPr>
            <p:ph type="dt" sz="half" idx="10"/>
          </p:nvPr>
        </p:nvSpPr>
        <p:spPr/>
        <p:txBody>
          <a:bodyPr/>
          <a:lstStyle>
            <a:lvl1pPr>
              <a:defRPr/>
            </a:lvl1pPr>
          </a:lstStyle>
          <a:p>
            <a:pPr>
              <a:defRPr/>
            </a:pPr>
            <a:fld id="{949A97F5-51D5-48C9-A04B-694D7E97DD50}" type="datetime1">
              <a:rPr lang="en-IN"/>
              <a:pPr>
                <a:defRPr/>
              </a:pPr>
              <a:t>08-10-2026</a:t>
            </a:fld>
            <a:endParaRPr lang="en-IN"/>
          </a:p>
        </p:txBody>
      </p:sp>
      <p:sp>
        <p:nvSpPr>
          <p:cNvPr id="8" name="Footer Placeholder 4">
            <a:extLst>
              <a:ext uri="{FF2B5EF4-FFF2-40B4-BE49-F238E27FC236}">
                <a16:creationId xmlns:a16="http://schemas.microsoft.com/office/drawing/2014/main" id="{DD404934-4AB0-9DA0-3B91-7936332FC51A}"/>
              </a:ext>
            </a:extLst>
          </p:cNvPr>
          <p:cNvSpPr>
            <a:spLocks noGrp="1"/>
          </p:cNvSpPr>
          <p:nvPr>
            <p:ph type="ftr" sz="quarter" idx="11"/>
          </p:nvPr>
        </p:nvSpPr>
        <p:spPr/>
        <p:txBody>
          <a:bodyPr/>
          <a:lstStyle>
            <a:lvl1pPr>
              <a:defRPr/>
            </a:lvl1pPr>
          </a:lstStyle>
          <a:p>
            <a:pPr>
              <a:defRPr/>
            </a:pPr>
            <a:endParaRPr lang="en-IN"/>
          </a:p>
        </p:txBody>
      </p:sp>
      <p:sp>
        <p:nvSpPr>
          <p:cNvPr id="9" name="Slide Number Placeholder 5">
            <a:extLst>
              <a:ext uri="{FF2B5EF4-FFF2-40B4-BE49-F238E27FC236}">
                <a16:creationId xmlns:a16="http://schemas.microsoft.com/office/drawing/2014/main" id="{4A69A630-1DBE-03C2-822B-7B56258D8EDA}"/>
              </a:ext>
            </a:extLst>
          </p:cNvPr>
          <p:cNvSpPr>
            <a:spLocks noGrp="1"/>
          </p:cNvSpPr>
          <p:nvPr>
            <p:ph type="sldNum" sz="quarter" idx="12"/>
          </p:nvPr>
        </p:nvSpPr>
        <p:spPr/>
        <p:txBody>
          <a:bodyPr/>
          <a:lstStyle>
            <a:lvl1pPr>
              <a:defRPr/>
            </a:lvl1pPr>
          </a:lstStyle>
          <a:p>
            <a:fld id="{6C6535D0-66D2-4CCB-B3EE-016560C39416}" type="slidenum">
              <a:rPr lang="en-IN" altLang="en-US"/>
              <a:pPr/>
              <a:t>‹#›</a:t>
            </a:fld>
            <a:endParaRPr lang="en-IN" altLang="en-US"/>
          </a:p>
        </p:txBody>
      </p:sp>
    </p:spTree>
    <p:extLst>
      <p:ext uri="{BB962C8B-B14F-4D97-AF65-F5344CB8AC3E}">
        <p14:creationId xmlns:p14="http://schemas.microsoft.com/office/powerpoint/2010/main" val="8990407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1"/>
              <a:t>Click to edit Master title style</a:t>
            </a:r>
            <a:endParaRPr lang="en-IN" noProof="1"/>
          </a:p>
        </p:txBody>
      </p:sp>
      <p:sp>
        <p:nvSpPr>
          <p:cNvPr id="3" name="Content Placeholder 2"/>
          <p:cNvSpPr>
            <a:spLocks noGrp="1"/>
          </p:cNvSpPr>
          <p:nvPr>
            <p:ph idx="1"/>
          </p:nvPr>
        </p:nvSpPr>
        <p:spPr/>
        <p:txBody>
          <a:bodyPr/>
          <a:lstStyle/>
          <a:p>
            <a:pPr lvl="0"/>
            <a:r>
              <a:rPr lang="en-US" noProof="1"/>
              <a:t>Edit Master text styles</a:t>
            </a:r>
          </a:p>
          <a:p>
            <a:pPr lvl="1"/>
            <a:r>
              <a:rPr lang="en-US" noProof="1"/>
              <a:t>Second level</a:t>
            </a:r>
          </a:p>
          <a:p>
            <a:pPr lvl="2"/>
            <a:r>
              <a:rPr lang="en-US" noProof="1"/>
              <a:t>Third level</a:t>
            </a:r>
          </a:p>
          <a:p>
            <a:pPr lvl="3"/>
            <a:r>
              <a:rPr lang="en-US" noProof="1"/>
              <a:t>Fourth level</a:t>
            </a:r>
          </a:p>
          <a:p>
            <a:pPr lvl="4"/>
            <a:r>
              <a:rPr lang="en-US" noProof="1"/>
              <a:t>Fifth level</a:t>
            </a:r>
            <a:endParaRPr lang="en-IN" noProof="1"/>
          </a:p>
        </p:txBody>
      </p:sp>
      <p:sp>
        <p:nvSpPr>
          <p:cNvPr id="4" name="Date Placeholder 3">
            <a:extLst>
              <a:ext uri="{FF2B5EF4-FFF2-40B4-BE49-F238E27FC236}">
                <a16:creationId xmlns:a16="http://schemas.microsoft.com/office/drawing/2014/main" id="{4DEF3459-03B2-28C2-8D65-6F47CA6CA67D}"/>
              </a:ext>
            </a:extLst>
          </p:cNvPr>
          <p:cNvSpPr>
            <a:spLocks noGrp="1"/>
          </p:cNvSpPr>
          <p:nvPr>
            <p:ph type="dt" sz="half" idx="10"/>
          </p:nvPr>
        </p:nvSpPr>
        <p:spPr/>
        <p:txBody>
          <a:bodyPr/>
          <a:lstStyle>
            <a:lvl1pPr>
              <a:defRPr/>
            </a:lvl1pPr>
          </a:lstStyle>
          <a:p>
            <a:pPr>
              <a:defRPr/>
            </a:pPr>
            <a:fld id="{808C0569-B07D-455D-9CB4-F21C7ADF99F5}" type="datetime1">
              <a:rPr lang="en-IN"/>
              <a:pPr>
                <a:defRPr/>
              </a:pPr>
              <a:t>08-10-2026</a:t>
            </a:fld>
            <a:endParaRPr lang="en-IN"/>
          </a:p>
        </p:txBody>
      </p:sp>
      <p:sp>
        <p:nvSpPr>
          <p:cNvPr id="5" name="Footer Placeholder 4">
            <a:extLst>
              <a:ext uri="{FF2B5EF4-FFF2-40B4-BE49-F238E27FC236}">
                <a16:creationId xmlns:a16="http://schemas.microsoft.com/office/drawing/2014/main" id="{626D40EE-A158-60BB-E391-EF7AEDC54694}"/>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B1EA35AC-CC4F-1B1F-CC87-E3CF1615F0AC}"/>
              </a:ext>
            </a:extLst>
          </p:cNvPr>
          <p:cNvSpPr>
            <a:spLocks noGrp="1"/>
          </p:cNvSpPr>
          <p:nvPr>
            <p:ph type="sldNum" sz="quarter" idx="12"/>
          </p:nvPr>
        </p:nvSpPr>
        <p:spPr/>
        <p:txBody>
          <a:bodyPr/>
          <a:lstStyle>
            <a:lvl1pPr>
              <a:defRPr/>
            </a:lvl1pPr>
          </a:lstStyle>
          <a:p>
            <a:fld id="{03E6C9A7-468C-458E-9F7C-052780A2A0FE}" type="slidenum">
              <a:rPr lang="en-IN" altLang="en-US"/>
              <a:pPr/>
              <a:t>‹#›</a:t>
            </a:fld>
            <a:endParaRPr lang="en-IN" altLang="en-US"/>
          </a:p>
        </p:txBody>
      </p:sp>
    </p:spTree>
    <p:extLst>
      <p:ext uri="{BB962C8B-B14F-4D97-AF65-F5344CB8AC3E}">
        <p14:creationId xmlns:p14="http://schemas.microsoft.com/office/powerpoint/2010/main" val="14314601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noProof="1"/>
              <a:t>Click to edit Master title style</a:t>
            </a:r>
            <a:endParaRPr lang="en-IN" noProof="1"/>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1"/>
              <a:t>Edit Master text styles</a:t>
            </a:r>
          </a:p>
        </p:txBody>
      </p:sp>
      <p:sp>
        <p:nvSpPr>
          <p:cNvPr id="4" name="Date Placeholder 3">
            <a:extLst>
              <a:ext uri="{FF2B5EF4-FFF2-40B4-BE49-F238E27FC236}">
                <a16:creationId xmlns:a16="http://schemas.microsoft.com/office/drawing/2014/main" id="{DF18D048-1BBE-B893-45C6-A7A3DA9AFDA3}"/>
              </a:ext>
            </a:extLst>
          </p:cNvPr>
          <p:cNvSpPr>
            <a:spLocks noGrp="1"/>
          </p:cNvSpPr>
          <p:nvPr>
            <p:ph type="dt" sz="half" idx="10"/>
          </p:nvPr>
        </p:nvSpPr>
        <p:spPr/>
        <p:txBody>
          <a:bodyPr/>
          <a:lstStyle>
            <a:lvl1pPr>
              <a:defRPr/>
            </a:lvl1pPr>
          </a:lstStyle>
          <a:p>
            <a:pPr>
              <a:defRPr/>
            </a:pPr>
            <a:fld id="{808C0569-B07D-455D-9CB4-F21C7ADF99F5}" type="datetime1">
              <a:rPr lang="en-IN"/>
              <a:pPr>
                <a:defRPr/>
              </a:pPr>
              <a:t>08-10-2026</a:t>
            </a:fld>
            <a:endParaRPr lang="en-IN"/>
          </a:p>
        </p:txBody>
      </p:sp>
      <p:sp>
        <p:nvSpPr>
          <p:cNvPr id="5" name="Footer Placeholder 4">
            <a:extLst>
              <a:ext uri="{FF2B5EF4-FFF2-40B4-BE49-F238E27FC236}">
                <a16:creationId xmlns:a16="http://schemas.microsoft.com/office/drawing/2014/main" id="{9D6D2A74-73F9-D50E-AC07-47D8FD3E97DC}"/>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AFB0F1CB-6600-8165-5307-E42F70DA8CC8}"/>
              </a:ext>
            </a:extLst>
          </p:cNvPr>
          <p:cNvSpPr>
            <a:spLocks noGrp="1"/>
          </p:cNvSpPr>
          <p:nvPr>
            <p:ph type="sldNum" sz="quarter" idx="12"/>
          </p:nvPr>
        </p:nvSpPr>
        <p:spPr/>
        <p:txBody>
          <a:bodyPr/>
          <a:lstStyle>
            <a:lvl1pPr>
              <a:defRPr/>
            </a:lvl1pPr>
          </a:lstStyle>
          <a:p>
            <a:fld id="{D99D7815-18A0-4E40-8483-DB8170A7B715}" type="slidenum">
              <a:rPr lang="en-IN" altLang="en-US"/>
              <a:pPr/>
              <a:t>‹#›</a:t>
            </a:fld>
            <a:endParaRPr lang="en-IN" altLang="en-US"/>
          </a:p>
        </p:txBody>
      </p:sp>
    </p:spTree>
    <p:extLst>
      <p:ext uri="{BB962C8B-B14F-4D97-AF65-F5344CB8AC3E}">
        <p14:creationId xmlns:p14="http://schemas.microsoft.com/office/powerpoint/2010/main" val="41286431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1"/>
              <a:t>Click to edit Master title style</a:t>
            </a:r>
            <a:endParaRPr lang="en-IN" noProof="1"/>
          </a:p>
        </p:txBody>
      </p:sp>
      <p:sp>
        <p:nvSpPr>
          <p:cNvPr id="3" name="Content Placeholder 2"/>
          <p:cNvSpPr>
            <a:spLocks noGrp="1"/>
          </p:cNvSpPr>
          <p:nvPr>
            <p:ph sz="half" idx="1"/>
          </p:nvPr>
        </p:nvSpPr>
        <p:spPr>
          <a:xfrm>
            <a:off x="838200" y="1825625"/>
            <a:ext cx="5181600" cy="4351338"/>
          </a:xfrm>
        </p:spPr>
        <p:txBody>
          <a:bodyPr/>
          <a:lstStyle/>
          <a:p>
            <a:pPr lvl="0"/>
            <a:r>
              <a:rPr lang="en-US" noProof="1"/>
              <a:t>Edit Master text styles</a:t>
            </a:r>
          </a:p>
          <a:p>
            <a:pPr lvl="1"/>
            <a:r>
              <a:rPr lang="en-US" noProof="1"/>
              <a:t>Second level</a:t>
            </a:r>
          </a:p>
          <a:p>
            <a:pPr lvl="2"/>
            <a:r>
              <a:rPr lang="en-US" noProof="1"/>
              <a:t>Third level</a:t>
            </a:r>
          </a:p>
          <a:p>
            <a:pPr lvl="3"/>
            <a:r>
              <a:rPr lang="en-US" noProof="1"/>
              <a:t>Fourth level</a:t>
            </a:r>
          </a:p>
          <a:p>
            <a:pPr lvl="4"/>
            <a:r>
              <a:rPr lang="en-US" noProof="1"/>
              <a:t>Fifth level</a:t>
            </a:r>
            <a:endParaRPr lang="en-IN" noProof="1"/>
          </a:p>
        </p:txBody>
      </p:sp>
      <p:sp>
        <p:nvSpPr>
          <p:cNvPr id="4" name="Content Placeholder 3"/>
          <p:cNvSpPr>
            <a:spLocks noGrp="1"/>
          </p:cNvSpPr>
          <p:nvPr>
            <p:ph sz="half" idx="2"/>
          </p:nvPr>
        </p:nvSpPr>
        <p:spPr>
          <a:xfrm>
            <a:off x="6172200" y="1825625"/>
            <a:ext cx="5181600" cy="4351338"/>
          </a:xfrm>
        </p:spPr>
        <p:txBody>
          <a:bodyPr/>
          <a:lstStyle/>
          <a:p>
            <a:pPr lvl="0"/>
            <a:r>
              <a:rPr lang="en-US" noProof="1"/>
              <a:t>Edit Master text styles</a:t>
            </a:r>
          </a:p>
          <a:p>
            <a:pPr lvl="1"/>
            <a:r>
              <a:rPr lang="en-US" noProof="1"/>
              <a:t>Second level</a:t>
            </a:r>
          </a:p>
          <a:p>
            <a:pPr lvl="2"/>
            <a:r>
              <a:rPr lang="en-US" noProof="1"/>
              <a:t>Third level</a:t>
            </a:r>
          </a:p>
          <a:p>
            <a:pPr lvl="3"/>
            <a:r>
              <a:rPr lang="en-US" noProof="1"/>
              <a:t>Fourth level</a:t>
            </a:r>
          </a:p>
          <a:p>
            <a:pPr lvl="4"/>
            <a:r>
              <a:rPr lang="en-US" noProof="1"/>
              <a:t>Fifth level</a:t>
            </a:r>
            <a:endParaRPr lang="en-IN" noProof="1"/>
          </a:p>
        </p:txBody>
      </p:sp>
      <p:sp>
        <p:nvSpPr>
          <p:cNvPr id="5" name="Date Placeholder 3">
            <a:extLst>
              <a:ext uri="{FF2B5EF4-FFF2-40B4-BE49-F238E27FC236}">
                <a16:creationId xmlns:a16="http://schemas.microsoft.com/office/drawing/2014/main" id="{F77EEB88-E57C-C475-4A97-57ABFFE0BA18}"/>
              </a:ext>
            </a:extLst>
          </p:cNvPr>
          <p:cNvSpPr>
            <a:spLocks noGrp="1"/>
          </p:cNvSpPr>
          <p:nvPr>
            <p:ph type="dt" sz="half" idx="10"/>
          </p:nvPr>
        </p:nvSpPr>
        <p:spPr/>
        <p:txBody>
          <a:bodyPr/>
          <a:lstStyle>
            <a:lvl1pPr>
              <a:defRPr/>
            </a:lvl1pPr>
          </a:lstStyle>
          <a:p>
            <a:pPr>
              <a:defRPr/>
            </a:pPr>
            <a:fld id="{808C0569-B07D-455D-9CB4-F21C7ADF99F5}" type="datetime1">
              <a:rPr lang="en-IN"/>
              <a:pPr>
                <a:defRPr/>
              </a:pPr>
              <a:t>08-10-2026</a:t>
            </a:fld>
            <a:endParaRPr lang="en-IN"/>
          </a:p>
        </p:txBody>
      </p:sp>
      <p:sp>
        <p:nvSpPr>
          <p:cNvPr id="6" name="Footer Placeholder 4">
            <a:extLst>
              <a:ext uri="{FF2B5EF4-FFF2-40B4-BE49-F238E27FC236}">
                <a16:creationId xmlns:a16="http://schemas.microsoft.com/office/drawing/2014/main" id="{B107FB52-D117-ACC2-FDD5-022BB485427C}"/>
              </a:ext>
            </a:extLst>
          </p:cNvPr>
          <p:cNvSpPr>
            <a:spLocks noGrp="1"/>
          </p:cNvSpPr>
          <p:nvPr>
            <p:ph type="ftr" sz="quarter" idx="11"/>
          </p:nvPr>
        </p:nvSpPr>
        <p:spPr/>
        <p:txBody>
          <a:bodyPr/>
          <a:lstStyle>
            <a:lvl1pPr>
              <a:defRPr/>
            </a:lvl1pPr>
          </a:lstStyle>
          <a:p>
            <a:pPr>
              <a:defRPr/>
            </a:pPr>
            <a:endParaRPr lang="en-IN"/>
          </a:p>
        </p:txBody>
      </p:sp>
      <p:sp>
        <p:nvSpPr>
          <p:cNvPr id="7" name="Slide Number Placeholder 5">
            <a:extLst>
              <a:ext uri="{FF2B5EF4-FFF2-40B4-BE49-F238E27FC236}">
                <a16:creationId xmlns:a16="http://schemas.microsoft.com/office/drawing/2014/main" id="{EE4C8874-FB09-332C-7FC2-EE2A4CBE9C77}"/>
              </a:ext>
            </a:extLst>
          </p:cNvPr>
          <p:cNvSpPr>
            <a:spLocks noGrp="1"/>
          </p:cNvSpPr>
          <p:nvPr>
            <p:ph type="sldNum" sz="quarter" idx="12"/>
          </p:nvPr>
        </p:nvSpPr>
        <p:spPr/>
        <p:txBody>
          <a:bodyPr/>
          <a:lstStyle>
            <a:lvl1pPr>
              <a:defRPr/>
            </a:lvl1pPr>
          </a:lstStyle>
          <a:p>
            <a:fld id="{F04407FE-CD35-4B87-8D19-0265CE6504E8}" type="slidenum">
              <a:rPr lang="en-IN" altLang="en-US"/>
              <a:pPr/>
              <a:t>‹#›</a:t>
            </a:fld>
            <a:endParaRPr lang="en-IN" altLang="en-US"/>
          </a:p>
        </p:txBody>
      </p:sp>
    </p:spTree>
    <p:extLst>
      <p:ext uri="{BB962C8B-B14F-4D97-AF65-F5344CB8AC3E}">
        <p14:creationId xmlns:p14="http://schemas.microsoft.com/office/powerpoint/2010/main" val="11561340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noProof="1"/>
              <a:t>Click to edit Master title style</a:t>
            </a:r>
            <a:endParaRPr lang="en-IN" noProof="1"/>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1"/>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noProof="1"/>
              <a:t>Edit Master text styles</a:t>
            </a:r>
          </a:p>
          <a:p>
            <a:pPr lvl="1"/>
            <a:r>
              <a:rPr lang="en-US" noProof="1"/>
              <a:t>Second level</a:t>
            </a:r>
          </a:p>
          <a:p>
            <a:pPr lvl="2"/>
            <a:r>
              <a:rPr lang="en-US" noProof="1"/>
              <a:t>Third level</a:t>
            </a:r>
          </a:p>
          <a:p>
            <a:pPr lvl="3"/>
            <a:r>
              <a:rPr lang="en-US" noProof="1"/>
              <a:t>Fourth level</a:t>
            </a:r>
          </a:p>
          <a:p>
            <a:pPr lvl="4"/>
            <a:r>
              <a:rPr lang="en-US" noProof="1"/>
              <a:t>Fifth level</a:t>
            </a:r>
            <a:endParaRPr lang="en-IN" noProof="1"/>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1"/>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noProof="1"/>
              <a:t>Edit Master text styles</a:t>
            </a:r>
          </a:p>
          <a:p>
            <a:pPr lvl="1"/>
            <a:r>
              <a:rPr lang="en-US" noProof="1"/>
              <a:t>Second level</a:t>
            </a:r>
          </a:p>
          <a:p>
            <a:pPr lvl="2"/>
            <a:r>
              <a:rPr lang="en-US" noProof="1"/>
              <a:t>Third level</a:t>
            </a:r>
          </a:p>
          <a:p>
            <a:pPr lvl="3"/>
            <a:r>
              <a:rPr lang="en-US" noProof="1"/>
              <a:t>Fourth level</a:t>
            </a:r>
          </a:p>
          <a:p>
            <a:pPr lvl="4"/>
            <a:r>
              <a:rPr lang="en-US" noProof="1"/>
              <a:t>Fifth level</a:t>
            </a:r>
            <a:endParaRPr lang="en-IN" noProof="1"/>
          </a:p>
        </p:txBody>
      </p:sp>
      <p:sp>
        <p:nvSpPr>
          <p:cNvPr id="7" name="Date Placeholder 3">
            <a:extLst>
              <a:ext uri="{FF2B5EF4-FFF2-40B4-BE49-F238E27FC236}">
                <a16:creationId xmlns:a16="http://schemas.microsoft.com/office/drawing/2014/main" id="{2B186566-376F-5AC3-D72D-ECC8372CDB92}"/>
              </a:ext>
            </a:extLst>
          </p:cNvPr>
          <p:cNvSpPr>
            <a:spLocks noGrp="1"/>
          </p:cNvSpPr>
          <p:nvPr>
            <p:ph type="dt" sz="half" idx="10"/>
          </p:nvPr>
        </p:nvSpPr>
        <p:spPr/>
        <p:txBody>
          <a:bodyPr/>
          <a:lstStyle>
            <a:lvl1pPr>
              <a:defRPr/>
            </a:lvl1pPr>
          </a:lstStyle>
          <a:p>
            <a:pPr>
              <a:defRPr/>
            </a:pPr>
            <a:fld id="{808C0569-B07D-455D-9CB4-F21C7ADF99F5}" type="datetime1">
              <a:rPr lang="en-IN"/>
              <a:pPr>
                <a:defRPr/>
              </a:pPr>
              <a:t>08-10-2026</a:t>
            </a:fld>
            <a:endParaRPr lang="en-IN"/>
          </a:p>
        </p:txBody>
      </p:sp>
      <p:sp>
        <p:nvSpPr>
          <p:cNvPr id="8" name="Footer Placeholder 4">
            <a:extLst>
              <a:ext uri="{FF2B5EF4-FFF2-40B4-BE49-F238E27FC236}">
                <a16:creationId xmlns:a16="http://schemas.microsoft.com/office/drawing/2014/main" id="{B4DCBC90-C955-5ADB-8F84-EF858538BE67}"/>
              </a:ext>
            </a:extLst>
          </p:cNvPr>
          <p:cNvSpPr>
            <a:spLocks noGrp="1"/>
          </p:cNvSpPr>
          <p:nvPr>
            <p:ph type="ftr" sz="quarter" idx="11"/>
          </p:nvPr>
        </p:nvSpPr>
        <p:spPr/>
        <p:txBody>
          <a:bodyPr/>
          <a:lstStyle>
            <a:lvl1pPr>
              <a:defRPr/>
            </a:lvl1pPr>
          </a:lstStyle>
          <a:p>
            <a:pPr>
              <a:defRPr/>
            </a:pPr>
            <a:endParaRPr lang="en-IN"/>
          </a:p>
        </p:txBody>
      </p:sp>
      <p:sp>
        <p:nvSpPr>
          <p:cNvPr id="9" name="Slide Number Placeholder 5">
            <a:extLst>
              <a:ext uri="{FF2B5EF4-FFF2-40B4-BE49-F238E27FC236}">
                <a16:creationId xmlns:a16="http://schemas.microsoft.com/office/drawing/2014/main" id="{57F55E05-B5A4-9742-6346-18C8D0B76CA9}"/>
              </a:ext>
            </a:extLst>
          </p:cNvPr>
          <p:cNvSpPr>
            <a:spLocks noGrp="1"/>
          </p:cNvSpPr>
          <p:nvPr>
            <p:ph type="sldNum" sz="quarter" idx="12"/>
          </p:nvPr>
        </p:nvSpPr>
        <p:spPr/>
        <p:txBody>
          <a:bodyPr/>
          <a:lstStyle>
            <a:lvl1pPr>
              <a:defRPr/>
            </a:lvl1pPr>
          </a:lstStyle>
          <a:p>
            <a:fld id="{DEAC1EAA-A01F-476F-91B8-0E2358CD6C32}" type="slidenum">
              <a:rPr lang="en-IN" altLang="en-US"/>
              <a:pPr/>
              <a:t>‹#›</a:t>
            </a:fld>
            <a:endParaRPr lang="en-IN" altLang="en-US"/>
          </a:p>
        </p:txBody>
      </p:sp>
    </p:spTree>
    <p:extLst>
      <p:ext uri="{BB962C8B-B14F-4D97-AF65-F5344CB8AC3E}">
        <p14:creationId xmlns:p14="http://schemas.microsoft.com/office/powerpoint/2010/main" val="9891625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1"/>
              <a:t>Click to edit Master title style</a:t>
            </a:r>
            <a:endParaRPr lang="en-IN" noProof="1"/>
          </a:p>
        </p:txBody>
      </p:sp>
      <p:sp>
        <p:nvSpPr>
          <p:cNvPr id="3" name="Date Placeholder 3">
            <a:extLst>
              <a:ext uri="{FF2B5EF4-FFF2-40B4-BE49-F238E27FC236}">
                <a16:creationId xmlns:a16="http://schemas.microsoft.com/office/drawing/2014/main" id="{6BB6B3AC-DD51-B0E2-7B47-33C59A14CE5E}"/>
              </a:ext>
            </a:extLst>
          </p:cNvPr>
          <p:cNvSpPr>
            <a:spLocks noGrp="1"/>
          </p:cNvSpPr>
          <p:nvPr>
            <p:ph type="dt" sz="half" idx="10"/>
          </p:nvPr>
        </p:nvSpPr>
        <p:spPr/>
        <p:txBody>
          <a:bodyPr/>
          <a:lstStyle>
            <a:lvl1pPr>
              <a:defRPr/>
            </a:lvl1pPr>
          </a:lstStyle>
          <a:p>
            <a:pPr>
              <a:defRPr/>
            </a:pPr>
            <a:fld id="{808C0569-B07D-455D-9CB4-F21C7ADF99F5}" type="datetime1">
              <a:rPr lang="en-IN"/>
              <a:pPr>
                <a:defRPr/>
              </a:pPr>
              <a:t>08-10-2026</a:t>
            </a:fld>
            <a:endParaRPr lang="en-IN"/>
          </a:p>
        </p:txBody>
      </p:sp>
      <p:sp>
        <p:nvSpPr>
          <p:cNvPr id="4" name="Footer Placeholder 4">
            <a:extLst>
              <a:ext uri="{FF2B5EF4-FFF2-40B4-BE49-F238E27FC236}">
                <a16:creationId xmlns:a16="http://schemas.microsoft.com/office/drawing/2014/main" id="{01DC7FEA-3E62-726E-465A-13DF1D6469C1}"/>
              </a:ext>
            </a:extLst>
          </p:cNvPr>
          <p:cNvSpPr>
            <a:spLocks noGrp="1"/>
          </p:cNvSpPr>
          <p:nvPr>
            <p:ph type="ftr" sz="quarter" idx="11"/>
          </p:nvPr>
        </p:nvSpPr>
        <p:spPr/>
        <p:txBody>
          <a:bodyPr/>
          <a:lstStyle>
            <a:lvl1pPr>
              <a:defRPr/>
            </a:lvl1pPr>
          </a:lstStyle>
          <a:p>
            <a:pPr>
              <a:defRPr/>
            </a:pPr>
            <a:endParaRPr lang="en-IN"/>
          </a:p>
        </p:txBody>
      </p:sp>
      <p:sp>
        <p:nvSpPr>
          <p:cNvPr id="5" name="Slide Number Placeholder 5">
            <a:extLst>
              <a:ext uri="{FF2B5EF4-FFF2-40B4-BE49-F238E27FC236}">
                <a16:creationId xmlns:a16="http://schemas.microsoft.com/office/drawing/2014/main" id="{662F5CFD-BB03-7558-7298-AE75333F4EC2}"/>
              </a:ext>
            </a:extLst>
          </p:cNvPr>
          <p:cNvSpPr>
            <a:spLocks noGrp="1"/>
          </p:cNvSpPr>
          <p:nvPr>
            <p:ph type="sldNum" sz="quarter" idx="12"/>
          </p:nvPr>
        </p:nvSpPr>
        <p:spPr/>
        <p:txBody>
          <a:bodyPr/>
          <a:lstStyle>
            <a:lvl1pPr>
              <a:defRPr/>
            </a:lvl1pPr>
          </a:lstStyle>
          <a:p>
            <a:fld id="{518DD79F-48B6-4051-A675-77EC23F40E8C}" type="slidenum">
              <a:rPr lang="en-IN" altLang="en-US"/>
              <a:pPr/>
              <a:t>‹#›</a:t>
            </a:fld>
            <a:endParaRPr lang="en-IN" altLang="en-US"/>
          </a:p>
        </p:txBody>
      </p:sp>
    </p:spTree>
    <p:extLst>
      <p:ext uri="{BB962C8B-B14F-4D97-AF65-F5344CB8AC3E}">
        <p14:creationId xmlns:p14="http://schemas.microsoft.com/office/powerpoint/2010/main" val="37193891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65E2A6DB-C67D-4898-0E6B-E7631783D2FD}"/>
              </a:ext>
            </a:extLst>
          </p:cNvPr>
          <p:cNvSpPr>
            <a:spLocks noGrp="1"/>
          </p:cNvSpPr>
          <p:nvPr>
            <p:ph type="dt" sz="half" idx="10"/>
          </p:nvPr>
        </p:nvSpPr>
        <p:spPr/>
        <p:txBody>
          <a:bodyPr/>
          <a:lstStyle>
            <a:lvl1pPr>
              <a:defRPr/>
            </a:lvl1pPr>
          </a:lstStyle>
          <a:p>
            <a:pPr>
              <a:defRPr/>
            </a:pPr>
            <a:fld id="{808C0569-B07D-455D-9CB4-F21C7ADF99F5}" type="datetime1">
              <a:rPr lang="en-IN"/>
              <a:pPr>
                <a:defRPr/>
              </a:pPr>
              <a:t>08-10-2026</a:t>
            </a:fld>
            <a:endParaRPr lang="en-IN"/>
          </a:p>
        </p:txBody>
      </p:sp>
      <p:sp>
        <p:nvSpPr>
          <p:cNvPr id="3" name="Footer Placeholder 4">
            <a:extLst>
              <a:ext uri="{FF2B5EF4-FFF2-40B4-BE49-F238E27FC236}">
                <a16:creationId xmlns:a16="http://schemas.microsoft.com/office/drawing/2014/main" id="{B60B26A8-8C9B-0FB3-29D0-ECFE49E00391}"/>
              </a:ext>
            </a:extLst>
          </p:cNvPr>
          <p:cNvSpPr>
            <a:spLocks noGrp="1"/>
          </p:cNvSpPr>
          <p:nvPr>
            <p:ph type="ftr" sz="quarter" idx="11"/>
          </p:nvPr>
        </p:nvSpPr>
        <p:spPr/>
        <p:txBody>
          <a:bodyPr/>
          <a:lstStyle>
            <a:lvl1pPr>
              <a:defRPr/>
            </a:lvl1pPr>
          </a:lstStyle>
          <a:p>
            <a:pPr>
              <a:defRPr/>
            </a:pPr>
            <a:endParaRPr lang="en-IN"/>
          </a:p>
        </p:txBody>
      </p:sp>
      <p:sp>
        <p:nvSpPr>
          <p:cNvPr id="4" name="Slide Number Placeholder 5">
            <a:extLst>
              <a:ext uri="{FF2B5EF4-FFF2-40B4-BE49-F238E27FC236}">
                <a16:creationId xmlns:a16="http://schemas.microsoft.com/office/drawing/2014/main" id="{20F6FD27-A064-F8D9-E8BC-8FC1409E2571}"/>
              </a:ext>
            </a:extLst>
          </p:cNvPr>
          <p:cNvSpPr>
            <a:spLocks noGrp="1"/>
          </p:cNvSpPr>
          <p:nvPr>
            <p:ph type="sldNum" sz="quarter" idx="12"/>
          </p:nvPr>
        </p:nvSpPr>
        <p:spPr/>
        <p:txBody>
          <a:bodyPr/>
          <a:lstStyle>
            <a:lvl1pPr>
              <a:defRPr/>
            </a:lvl1pPr>
          </a:lstStyle>
          <a:p>
            <a:fld id="{B037F468-150D-4002-8AC7-E595E2A7F824}" type="slidenum">
              <a:rPr lang="en-IN" altLang="en-US"/>
              <a:pPr/>
              <a:t>‹#›</a:t>
            </a:fld>
            <a:endParaRPr lang="en-IN" altLang="en-US"/>
          </a:p>
        </p:txBody>
      </p:sp>
    </p:spTree>
    <p:extLst>
      <p:ext uri="{BB962C8B-B14F-4D97-AF65-F5344CB8AC3E}">
        <p14:creationId xmlns:p14="http://schemas.microsoft.com/office/powerpoint/2010/main" val="29081831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noProof="1"/>
              <a:t>Click to edit Master title style</a:t>
            </a:r>
            <a:endParaRPr lang="en-IN" noProof="1"/>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noProof="1"/>
              <a:t>Edit Master text styles</a:t>
            </a:r>
          </a:p>
          <a:p>
            <a:pPr lvl="1"/>
            <a:r>
              <a:rPr lang="en-US" noProof="1"/>
              <a:t>Second level</a:t>
            </a:r>
          </a:p>
          <a:p>
            <a:pPr lvl="2"/>
            <a:r>
              <a:rPr lang="en-US" noProof="1"/>
              <a:t>Third level</a:t>
            </a:r>
          </a:p>
          <a:p>
            <a:pPr lvl="3"/>
            <a:r>
              <a:rPr lang="en-US" noProof="1"/>
              <a:t>Fourth level</a:t>
            </a:r>
          </a:p>
          <a:p>
            <a:pPr lvl="4"/>
            <a:r>
              <a:rPr lang="en-US" noProof="1"/>
              <a:t>Fifth level</a:t>
            </a:r>
            <a:endParaRPr lang="en-IN" noProof="1"/>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1"/>
              <a:t>Edit Master text styles</a:t>
            </a:r>
          </a:p>
        </p:txBody>
      </p:sp>
      <p:sp>
        <p:nvSpPr>
          <p:cNvPr id="5" name="Date Placeholder 3">
            <a:extLst>
              <a:ext uri="{FF2B5EF4-FFF2-40B4-BE49-F238E27FC236}">
                <a16:creationId xmlns:a16="http://schemas.microsoft.com/office/drawing/2014/main" id="{64E97122-F2C9-45F2-9F48-8FCCA78F8002}"/>
              </a:ext>
            </a:extLst>
          </p:cNvPr>
          <p:cNvSpPr>
            <a:spLocks noGrp="1"/>
          </p:cNvSpPr>
          <p:nvPr>
            <p:ph type="dt" sz="half" idx="10"/>
          </p:nvPr>
        </p:nvSpPr>
        <p:spPr/>
        <p:txBody>
          <a:bodyPr/>
          <a:lstStyle>
            <a:lvl1pPr>
              <a:defRPr/>
            </a:lvl1pPr>
          </a:lstStyle>
          <a:p>
            <a:pPr>
              <a:defRPr/>
            </a:pPr>
            <a:fld id="{808C0569-B07D-455D-9CB4-F21C7ADF99F5}" type="datetime1">
              <a:rPr lang="en-IN"/>
              <a:pPr>
                <a:defRPr/>
              </a:pPr>
              <a:t>08-10-2026</a:t>
            </a:fld>
            <a:endParaRPr lang="en-IN"/>
          </a:p>
        </p:txBody>
      </p:sp>
      <p:sp>
        <p:nvSpPr>
          <p:cNvPr id="6" name="Footer Placeholder 4">
            <a:extLst>
              <a:ext uri="{FF2B5EF4-FFF2-40B4-BE49-F238E27FC236}">
                <a16:creationId xmlns:a16="http://schemas.microsoft.com/office/drawing/2014/main" id="{CA53515D-E326-1D49-1465-59A7E7EE9C2B}"/>
              </a:ext>
            </a:extLst>
          </p:cNvPr>
          <p:cNvSpPr>
            <a:spLocks noGrp="1"/>
          </p:cNvSpPr>
          <p:nvPr>
            <p:ph type="ftr" sz="quarter" idx="11"/>
          </p:nvPr>
        </p:nvSpPr>
        <p:spPr/>
        <p:txBody>
          <a:bodyPr/>
          <a:lstStyle>
            <a:lvl1pPr>
              <a:defRPr/>
            </a:lvl1pPr>
          </a:lstStyle>
          <a:p>
            <a:pPr>
              <a:defRPr/>
            </a:pPr>
            <a:endParaRPr lang="en-IN"/>
          </a:p>
        </p:txBody>
      </p:sp>
      <p:sp>
        <p:nvSpPr>
          <p:cNvPr id="7" name="Slide Number Placeholder 5">
            <a:extLst>
              <a:ext uri="{FF2B5EF4-FFF2-40B4-BE49-F238E27FC236}">
                <a16:creationId xmlns:a16="http://schemas.microsoft.com/office/drawing/2014/main" id="{3B84E547-94AA-6C8B-0D2F-C769D476A058}"/>
              </a:ext>
            </a:extLst>
          </p:cNvPr>
          <p:cNvSpPr>
            <a:spLocks noGrp="1"/>
          </p:cNvSpPr>
          <p:nvPr>
            <p:ph type="sldNum" sz="quarter" idx="12"/>
          </p:nvPr>
        </p:nvSpPr>
        <p:spPr/>
        <p:txBody>
          <a:bodyPr/>
          <a:lstStyle>
            <a:lvl1pPr>
              <a:defRPr/>
            </a:lvl1pPr>
          </a:lstStyle>
          <a:p>
            <a:fld id="{FC715560-1C4A-4C53-8017-1AF3B654BFB4}" type="slidenum">
              <a:rPr lang="en-IN" altLang="en-US"/>
              <a:pPr/>
              <a:t>‹#›</a:t>
            </a:fld>
            <a:endParaRPr lang="en-IN" altLang="en-US"/>
          </a:p>
        </p:txBody>
      </p:sp>
    </p:spTree>
    <p:extLst>
      <p:ext uri="{BB962C8B-B14F-4D97-AF65-F5344CB8AC3E}">
        <p14:creationId xmlns:p14="http://schemas.microsoft.com/office/powerpoint/2010/main" val="28931183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noProof="1"/>
              <a:t>Click to edit Master title style</a:t>
            </a:r>
            <a:endParaRPr lang="en-IN" noProof="1"/>
          </a:p>
        </p:txBody>
      </p:sp>
      <p:sp>
        <p:nvSpPr>
          <p:cNvPr id="3" name="Picture Placeholder 2"/>
          <p:cNvSpPr>
            <a:spLocks noGrp="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1"/>
              <a:t>Edit Master text styles</a:t>
            </a:r>
          </a:p>
        </p:txBody>
      </p:sp>
      <p:sp>
        <p:nvSpPr>
          <p:cNvPr id="5" name="Date Placeholder 3">
            <a:extLst>
              <a:ext uri="{FF2B5EF4-FFF2-40B4-BE49-F238E27FC236}">
                <a16:creationId xmlns:a16="http://schemas.microsoft.com/office/drawing/2014/main" id="{7BB46A54-2A5B-4735-B617-1F1E0EFFE5D1}"/>
              </a:ext>
            </a:extLst>
          </p:cNvPr>
          <p:cNvSpPr>
            <a:spLocks noGrp="1"/>
          </p:cNvSpPr>
          <p:nvPr>
            <p:ph type="dt" sz="half" idx="10"/>
          </p:nvPr>
        </p:nvSpPr>
        <p:spPr/>
        <p:txBody>
          <a:bodyPr/>
          <a:lstStyle>
            <a:lvl1pPr>
              <a:defRPr/>
            </a:lvl1pPr>
          </a:lstStyle>
          <a:p>
            <a:pPr>
              <a:defRPr/>
            </a:pPr>
            <a:fld id="{808C0569-B07D-455D-9CB4-F21C7ADF99F5}" type="datetime1">
              <a:rPr lang="en-IN"/>
              <a:pPr>
                <a:defRPr/>
              </a:pPr>
              <a:t>08-10-2026</a:t>
            </a:fld>
            <a:endParaRPr lang="en-IN"/>
          </a:p>
        </p:txBody>
      </p:sp>
      <p:sp>
        <p:nvSpPr>
          <p:cNvPr id="6" name="Footer Placeholder 4">
            <a:extLst>
              <a:ext uri="{FF2B5EF4-FFF2-40B4-BE49-F238E27FC236}">
                <a16:creationId xmlns:a16="http://schemas.microsoft.com/office/drawing/2014/main" id="{778EADDC-A8CD-6C5D-2523-EB65EB6DD77D}"/>
              </a:ext>
            </a:extLst>
          </p:cNvPr>
          <p:cNvSpPr>
            <a:spLocks noGrp="1"/>
          </p:cNvSpPr>
          <p:nvPr>
            <p:ph type="ftr" sz="quarter" idx="11"/>
          </p:nvPr>
        </p:nvSpPr>
        <p:spPr/>
        <p:txBody>
          <a:bodyPr/>
          <a:lstStyle>
            <a:lvl1pPr>
              <a:defRPr/>
            </a:lvl1pPr>
          </a:lstStyle>
          <a:p>
            <a:pPr>
              <a:defRPr/>
            </a:pPr>
            <a:endParaRPr lang="en-IN"/>
          </a:p>
        </p:txBody>
      </p:sp>
      <p:sp>
        <p:nvSpPr>
          <p:cNvPr id="7" name="Slide Number Placeholder 5">
            <a:extLst>
              <a:ext uri="{FF2B5EF4-FFF2-40B4-BE49-F238E27FC236}">
                <a16:creationId xmlns:a16="http://schemas.microsoft.com/office/drawing/2014/main" id="{EB261261-D888-31CD-282F-6721C13D06D1}"/>
              </a:ext>
            </a:extLst>
          </p:cNvPr>
          <p:cNvSpPr>
            <a:spLocks noGrp="1"/>
          </p:cNvSpPr>
          <p:nvPr>
            <p:ph type="sldNum" sz="quarter" idx="12"/>
          </p:nvPr>
        </p:nvSpPr>
        <p:spPr/>
        <p:txBody>
          <a:bodyPr/>
          <a:lstStyle>
            <a:lvl1pPr>
              <a:defRPr/>
            </a:lvl1pPr>
          </a:lstStyle>
          <a:p>
            <a:fld id="{DAB6704E-2107-48BA-A173-445058544970}" type="slidenum">
              <a:rPr lang="en-IN" altLang="en-US"/>
              <a:pPr/>
              <a:t>‹#›</a:t>
            </a:fld>
            <a:endParaRPr lang="en-IN" altLang="en-US"/>
          </a:p>
        </p:txBody>
      </p:sp>
    </p:spTree>
    <p:extLst>
      <p:ext uri="{BB962C8B-B14F-4D97-AF65-F5344CB8AC3E}">
        <p14:creationId xmlns:p14="http://schemas.microsoft.com/office/powerpoint/2010/main" val="32270588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1"/>
              <a:t>Click to edit Master title style</a:t>
            </a:r>
            <a:endParaRPr lang="en-IN" noProof="1"/>
          </a:p>
        </p:txBody>
      </p:sp>
      <p:sp>
        <p:nvSpPr>
          <p:cNvPr id="3" name="Vertical Text Placeholder 2"/>
          <p:cNvSpPr>
            <a:spLocks noGrp="1"/>
          </p:cNvSpPr>
          <p:nvPr>
            <p:ph type="body" orient="vert" idx="1"/>
          </p:nvPr>
        </p:nvSpPr>
        <p:spPr/>
        <p:txBody>
          <a:bodyPr vert="eaVert"/>
          <a:lstStyle/>
          <a:p>
            <a:pPr lvl="0"/>
            <a:r>
              <a:rPr lang="en-US" noProof="1"/>
              <a:t>Edit Master text styles</a:t>
            </a:r>
          </a:p>
          <a:p>
            <a:pPr lvl="1"/>
            <a:r>
              <a:rPr lang="en-US" noProof="1"/>
              <a:t>Second level</a:t>
            </a:r>
          </a:p>
          <a:p>
            <a:pPr lvl="2"/>
            <a:r>
              <a:rPr lang="en-US" noProof="1"/>
              <a:t>Third level</a:t>
            </a:r>
          </a:p>
          <a:p>
            <a:pPr lvl="3"/>
            <a:r>
              <a:rPr lang="en-US" noProof="1"/>
              <a:t>Fourth level</a:t>
            </a:r>
          </a:p>
          <a:p>
            <a:pPr lvl="4"/>
            <a:r>
              <a:rPr lang="en-US" noProof="1"/>
              <a:t>Fifth level</a:t>
            </a:r>
            <a:endParaRPr lang="en-IN" noProof="1"/>
          </a:p>
        </p:txBody>
      </p:sp>
      <p:sp>
        <p:nvSpPr>
          <p:cNvPr id="4" name="Date Placeholder 3">
            <a:extLst>
              <a:ext uri="{FF2B5EF4-FFF2-40B4-BE49-F238E27FC236}">
                <a16:creationId xmlns:a16="http://schemas.microsoft.com/office/drawing/2014/main" id="{43669CAB-5530-F57C-6414-F955DBCD02BD}"/>
              </a:ext>
            </a:extLst>
          </p:cNvPr>
          <p:cNvSpPr>
            <a:spLocks noGrp="1"/>
          </p:cNvSpPr>
          <p:nvPr>
            <p:ph type="dt" sz="half" idx="10"/>
          </p:nvPr>
        </p:nvSpPr>
        <p:spPr/>
        <p:txBody>
          <a:bodyPr/>
          <a:lstStyle>
            <a:lvl1pPr>
              <a:defRPr/>
            </a:lvl1pPr>
          </a:lstStyle>
          <a:p>
            <a:pPr>
              <a:defRPr/>
            </a:pPr>
            <a:fld id="{808C0569-B07D-455D-9CB4-F21C7ADF99F5}" type="datetime1">
              <a:rPr lang="en-IN"/>
              <a:pPr>
                <a:defRPr/>
              </a:pPr>
              <a:t>08-10-2026</a:t>
            </a:fld>
            <a:endParaRPr lang="en-IN"/>
          </a:p>
        </p:txBody>
      </p:sp>
      <p:sp>
        <p:nvSpPr>
          <p:cNvPr id="5" name="Footer Placeholder 4">
            <a:extLst>
              <a:ext uri="{FF2B5EF4-FFF2-40B4-BE49-F238E27FC236}">
                <a16:creationId xmlns:a16="http://schemas.microsoft.com/office/drawing/2014/main" id="{A18A6828-5E4B-76FE-2461-7D93997DC522}"/>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3F4D89FB-69F4-8672-0341-DE6AD5FAE470}"/>
              </a:ext>
            </a:extLst>
          </p:cNvPr>
          <p:cNvSpPr>
            <a:spLocks noGrp="1"/>
          </p:cNvSpPr>
          <p:nvPr>
            <p:ph type="sldNum" sz="quarter" idx="12"/>
          </p:nvPr>
        </p:nvSpPr>
        <p:spPr/>
        <p:txBody>
          <a:bodyPr/>
          <a:lstStyle>
            <a:lvl1pPr>
              <a:defRPr/>
            </a:lvl1pPr>
          </a:lstStyle>
          <a:p>
            <a:fld id="{A5FC1228-A340-475D-AD4C-D15C514F853B}" type="slidenum">
              <a:rPr lang="en-IN" altLang="en-US"/>
              <a:pPr/>
              <a:t>‹#›</a:t>
            </a:fld>
            <a:endParaRPr lang="en-IN" altLang="en-US"/>
          </a:p>
        </p:txBody>
      </p:sp>
    </p:spTree>
    <p:extLst>
      <p:ext uri="{BB962C8B-B14F-4D97-AF65-F5344CB8AC3E}">
        <p14:creationId xmlns:p14="http://schemas.microsoft.com/office/powerpoint/2010/main" val="16393247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noProof="1"/>
              <a:t>Click to edit Master title style</a:t>
            </a:r>
            <a:endParaRPr lang="en-IN" noProof="1"/>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noProof="1"/>
              <a:t>Edit Master text styles</a:t>
            </a:r>
          </a:p>
          <a:p>
            <a:pPr lvl="1"/>
            <a:r>
              <a:rPr lang="en-US" noProof="1"/>
              <a:t>Second level</a:t>
            </a:r>
          </a:p>
          <a:p>
            <a:pPr lvl="2"/>
            <a:r>
              <a:rPr lang="en-US" noProof="1"/>
              <a:t>Third level</a:t>
            </a:r>
          </a:p>
          <a:p>
            <a:pPr lvl="3"/>
            <a:r>
              <a:rPr lang="en-US" noProof="1"/>
              <a:t>Fourth level</a:t>
            </a:r>
          </a:p>
          <a:p>
            <a:pPr lvl="4"/>
            <a:r>
              <a:rPr lang="en-US" noProof="1"/>
              <a:t>Fifth level</a:t>
            </a:r>
            <a:endParaRPr lang="en-IN" noProof="1"/>
          </a:p>
        </p:txBody>
      </p:sp>
      <p:sp>
        <p:nvSpPr>
          <p:cNvPr id="4" name="Date Placeholder 3">
            <a:extLst>
              <a:ext uri="{FF2B5EF4-FFF2-40B4-BE49-F238E27FC236}">
                <a16:creationId xmlns:a16="http://schemas.microsoft.com/office/drawing/2014/main" id="{BDC3CA78-29E3-5B84-CE92-B12E5D5CD5A5}"/>
              </a:ext>
            </a:extLst>
          </p:cNvPr>
          <p:cNvSpPr>
            <a:spLocks noGrp="1"/>
          </p:cNvSpPr>
          <p:nvPr>
            <p:ph type="dt" sz="half" idx="10"/>
          </p:nvPr>
        </p:nvSpPr>
        <p:spPr/>
        <p:txBody>
          <a:bodyPr/>
          <a:lstStyle>
            <a:lvl1pPr>
              <a:defRPr/>
            </a:lvl1pPr>
          </a:lstStyle>
          <a:p>
            <a:pPr>
              <a:defRPr/>
            </a:pPr>
            <a:fld id="{808C0569-B07D-455D-9CB4-F21C7ADF99F5}" type="datetime1">
              <a:rPr lang="en-IN"/>
              <a:pPr>
                <a:defRPr/>
              </a:pPr>
              <a:t>08-10-2026</a:t>
            </a:fld>
            <a:endParaRPr lang="en-IN"/>
          </a:p>
        </p:txBody>
      </p:sp>
      <p:sp>
        <p:nvSpPr>
          <p:cNvPr id="5" name="Footer Placeholder 4">
            <a:extLst>
              <a:ext uri="{FF2B5EF4-FFF2-40B4-BE49-F238E27FC236}">
                <a16:creationId xmlns:a16="http://schemas.microsoft.com/office/drawing/2014/main" id="{B5E01215-66E9-8AE9-02AB-926E17625B52}"/>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512AE045-DE33-321A-F2F5-888435AAD853}"/>
              </a:ext>
            </a:extLst>
          </p:cNvPr>
          <p:cNvSpPr>
            <a:spLocks noGrp="1"/>
          </p:cNvSpPr>
          <p:nvPr>
            <p:ph type="sldNum" sz="quarter" idx="12"/>
          </p:nvPr>
        </p:nvSpPr>
        <p:spPr/>
        <p:txBody>
          <a:bodyPr/>
          <a:lstStyle>
            <a:lvl1pPr>
              <a:defRPr/>
            </a:lvl1pPr>
          </a:lstStyle>
          <a:p>
            <a:fld id="{C8D29E6C-4BCB-431F-B912-D7839A9944F3}" type="slidenum">
              <a:rPr lang="en-IN" altLang="en-US"/>
              <a:pPr/>
              <a:t>‹#›</a:t>
            </a:fld>
            <a:endParaRPr lang="en-IN" altLang="en-US"/>
          </a:p>
        </p:txBody>
      </p:sp>
    </p:spTree>
    <p:extLst>
      <p:ext uri="{BB962C8B-B14F-4D97-AF65-F5344CB8AC3E}">
        <p14:creationId xmlns:p14="http://schemas.microsoft.com/office/powerpoint/2010/main" val="19369122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13F18F61-2E0D-25E8-13D9-F06769E188BB}"/>
              </a:ext>
            </a:extLst>
          </p:cNvPr>
          <p:cNvSpPr>
            <a:spLocks noGrp="1" noChangeArrowheads="1"/>
          </p:cNvSpPr>
          <p:nvPr>
            <p:ph type="title" idx="4294967295"/>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IN" altLang="en-US"/>
          </a:p>
        </p:txBody>
      </p:sp>
      <p:sp>
        <p:nvSpPr>
          <p:cNvPr id="1027" name="Text Placeholder 2">
            <a:extLst>
              <a:ext uri="{FF2B5EF4-FFF2-40B4-BE49-F238E27FC236}">
                <a16:creationId xmlns:a16="http://schemas.microsoft.com/office/drawing/2014/main" id="{13E417A6-B1A5-38DF-36E2-95154966AF96}"/>
              </a:ext>
            </a:extLst>
          </p:cNvPr>
          <p:cNvSpPr>
            <a:spLocks noGrp="1" noChangeArrowheads="1"/>
          </p:cNvSpPr>
          <p:nvPr>
            <p:ph type="body" idx="4294967295"/>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IN" altLang="en-US"/>
          </a:p>
        </p:txBody>
      </p:sp>
      <p:sp>
        <p:nvSpPr>
          <p:cNvPr id="4" name="Date Placeholder 3">
            <a:extLst>
              <a:ext uri="{FF2B5EF4-FFF2-40B4-BE49-F238E27FC236}">
                <a16:creationId xmlns:a16="http://schemas.microsoft.com/office/drawing/2014/main" id="{680A0148-5EFE-CA5A-BFC4-03AFDAD1A74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defRPr>
            </a:lvl1pPr>
          </a:lstStyle>
          <a:p>
            <a:pPr>
              <a:defRPr/>
            </a:pPr>
            <a:fld id="{808C0569-B07D-455D-9CB4-F21C7ADF99F5}" type="datetime1">
              <a:rPr lang="en-IN"/>
              <a:pPr>
                <a:defRPr/>
              </a:pPr>
              <a:t>08-10-2026</a:t>
            </a:fld>
            <a:endParaRPr lang="en-IN"/>
          </a:p>
        </p:txBody>
      </p:sp>
      <p:sp>
        <p:nvSpPr>
          <p:cNvPr id="5" name="Footer Placeholder 4">
            <a:extLst>
              <a:ext uri="{FF2B5EF4-FFF2-40B4-BE49-F238E27FC236}">
                <a16:creationId xmlns:a16="http://schemas.microsoft.com/office/drawing/2014/main" id="{6AB74C03-2969-8ED1-E0D0-84D778FD863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a:defRPr/>
            </a:pPr>
            <a:endParaRPr lang="en-IN"/>
          </a:p>
        </p:txBody>
      </p:sp>
      <p:sp>
        <p:nvSpPr>
          <p:cNvPr id="6" name="Slide Number Placeholder 5">
            <a:extLst>
              <a:ext uri="{FF2B5EF4-FFF2-40B4-BE49-F238E27FC236}">
                <a16:creationId xmlns:a16="http://schemas.microsoft.com/office/drawing/2014/main" id="{270428E0-C687-04BB-C1D6-793711049656}"/>
              </a:ext>
            </a:extLst>
          </p:cNvPr>
          <p:cNvSpPr>
            <a:spLocks noGrp="1"/>
          </p:cNvSpPr>
          <p:nvPr>
            <p:ph type="sldNum" sz="quarter" idx="4"/>
          </p:nvPr>
        </p:nvSpPr>
        <p:spPr>
          <a:xfrm>
            <a:off x="9067800" y="6176963"/>
            <a:ext cx="2743200" cy="365125"/>
          </a:xfrm>
          <a:prstGeom prst="rect">
            <a:avLst/>
          </a:prstGeom>
        </p:spPr>
        <p:txBody>
          <a:bodyPr vert="horz" wrap="square" lIns="91440" tIns="45720" rIns="91440" bIns="45720" numCol="1" anchor="ctr" anchorCtr="0" compatLnSpc="1">
            <a:prstTxWarp prst="textNoShape">
              <a:avLst/>
            </a:prstTxWarp>
          </a:bodyPr>
          <a:lstStyle>
            <a:lvl1pPr algn="r">
              <a:defRPr sz="1200" b="1">
                <a:solidFill>
                  <a:srgbClr val="C00000"/>
                </a:solidFill>
              </a:defRPr>
            </a:lvl1pPr>
          </a:lstStyle>
          <a:p>
            <a:fld id="{B4EE30B5-4645-4E9C-8BF9-98BB053AA61A}" type="slidenum">
              <a:rPr lang="en-IN" altLang="en-US"/>
              <a:pPr/>
              <a:t>‹#›</a:t>
            </a:fld>
            <a:endParaRPr lang="en-IN" altLang="en-US"/>
          </a:p>
        </p:txBody>
      </p:sp>
      <p:sp>
        <p:nvSpPr>
          <p:cNvPr id="7" name="Rectangle 6">
            <a:extLst>
              <a:ext uri="{FF2B5EF4-FFF2-40B4-BE49-F238E27FC236}">
                <a16:creationId xmlns:a16="http://schemas.microsoft.com/office/drawing/2014/main" id="{F08E1CDE-CCCF-0E47-8E0D-613B73171191}"/>
              </a:ext>
            </a:extLst>
          </p:cNvPr>
          <p:cNvSpPr/>
          <p:nvPr/>
        </p:nvSpPr>
        <p:spPr>
          <a:xfrm>
            <a:off x="0" y="0"/>
            <a:ext cx="12192000" cy="2413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IN"/>
          </a:p>
        </p:txBody>
      </p:sp>
      <p:sp>
        <p:nvSpPr>
          <p:cNvPr id="8" name="Rectangle 7">
            <a:extLst>
              <a:ext uri="{FF2B5EF4-FFF2-40B4-BE49-F238E27FC236}">
                <a16:creationId xmlns:a16="http://schemas.microsoft.com/office/drawing/2014/main" id="{E53AB26C-5998-9982-4698-9117F5FBFBE2}"/>
              </a:ext>
            </a:extLst>
          </p:cNvPr>
          <p:cNvSpPr/>
          <p:nvPr/>
        </p:nvSpPr>
        <p:spPr>
          <a:xfrm>
            <a:off x="0" y="6553200"/>
            <a:ext cx="12192000" cy="314325"/>
          </a:xfrm>
          <a:prstGeom prst="rect">
            <a:avLst/>
          </a:prstGeom>
          <a:ln>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IN" dirty="0">
                <a:solidFill>
                  <a:schemeClr val="tx1"/>
                </a:solidFill>
              </a:rPr>
              <a:t>MRCET | Department of Emerging Technologies | Application Development-II PPT| III Year </a:t>
            </a:r>
            <a:r>
              <a:rPr lang="en-IN" dirty="0" err="1">
                <a:solidFill>
                  <a:schemeClr val="tx1"/>
                </a:solidFill>
              </a:rPr>
              <a:t>B.Tech</a:t>
            </a:r>
            <a:r>
              <a:rPr lang="en-IN" dirty="0">
                <a:solidFill>
                  <a:schemeClr val="tx1"/>
                </a:solidFill>
              </a:rPr>
              <a:t>-II Semester</a:t>
            </a:r>
          </a:p>
        </p:txBody>
      </p:sp>
      <p:pic>
        <p:nvPicPr>
          <p:cNvPr id="1033" name="Picture 8">
            <a:extLst>
              <a:ext uri="{FF2B5EF4-FFF2-40B4-BE49-F238E27FC236}">
                <a16:creationId xmlns:a16="http://schemas.microsoft.com/office/drawing/2014/main" id="{BCAB8B0D-F508-6F24-6B0E-DFD2F19CF299}"/>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11353800" y="0"/>
            <a:ext cx="82232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60" r:id="rId1"/>
    <p:sldLayoutId id="2147483659" r:id="rId2"/>
    <p:sldLayoutId id="2147483658" r:id="rId3"/>
    <p:sldLayoutId id="2147483657" r:id="rId4"/>
    <p:sldLayoutId id="2147483656" r:id="rId5"/>
    <p:sldLayoutId id="2147483655" r:id="rId6"/>
    <p:sldLayoutId id="2147483654" r:id="rId7"/>
    <p:sldLayoutId id="2147483653" r:id="rId8"/>
    <p:sldLayoutId id="2147483652" r:id="rId9"/>
    <p:sldLayoutId id="2147483651" r:id="rId10"/>
    <p:sldLayoutId id="2147483650" r:id="rId11"/>
  </p:sldLayoutIdLst>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4098" name="Title 1">
            <a:extLst>
              <a:ext uri="{FF2B5EF4-FFF2-40B4-BE49-F238E27FC236}">
                <a16:creationId xmlns:a16="http://schemas.microsoft.com/office/drawing/2014/main" id="{EE8DD0B3-9E97-80B6-0946-9B8670E51ACA}"/>
              </a:ext>
            </a:extLst>
          </p:cNvPr>
          <p:cNvSpPr>
            <a:spLocks noGrp="1" noChangeArrowheads="1"/>
          </p:cNvSpPr>
          <p:nvPr>
            <p:ph type="ctrTitle"/>
          </p:nvPr>
        </p:nvSpPr>
        <p:spPr>
          <a:xfrm>
            <a:off x="1708150" y="420688"/>
            <a:ext cx="9191625" cy="1016000"/>
          </a:xfrm>
        </p:spPr>
        <p:txBody>
          <a:bodyPr/>
          <a:lstStyle/>
          <a:p>
            <a:pPr eaLnBrk="1" hangingPunct="1"/>
            <a:endParaRPr lang="en-IN" altLang="en-US" sz="2000" b="1">
              <a:latin typeface="Calibri" panose="020F0502020204030204" pitchFamily="34" charset="0"/>
            </a:endParaRPr>
          </a:p>
        </p:txBody>
      </p:sp>
      <p:sp>
        <p:nvSpPr>
          <p:cNvPr id="4099" name="Slide Number Placeholder 3">
            <a:extLst>
              <a:ext uri="{FF2B5EF4-FFF2-40B4-BE49-F238E27FC236}">
                <a16:creationId xmlns:a16="http://schemas.microsoft.com/office/drawing/2014/main" id="{F19761C9-D878-4EE5-58DF-7F1723CD6C6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FBFA4059-F99A-4BFD-B255-EBB01C2367D2}" type="slidenum">
              <a:rPr lang="en-IN" altLang="en-US"/>
              <a:pPr/>
              <a:t>1</a:t>
            </a:fld>
            <a:endParaRPr lang="en-IN" altLang="en-US"/>
          </a:p>
        </p:txBody>
      </p:sp>
      <p:sp>
        <p:nvSpPr>
          <p:cNvPr id="5" name="Rounded Rectangle 4">
            <a:extLst>
              <a:ext uri="{FF2B5EF4-FFF2-40B4-BE49-F238E27FC236}">
                <a16:creationId xmlns:a16="http://schemas.microsoft.com/office/drawing/2014/main" id="{D61AC471-3A9C-852A-E8D1-9E9377831691}"/>
              </a:ext>
            </a:extLst>
          </p:cNvPr>
          <p:cNvSpPr/>
          <p:nvPr/>
        </p:nvSpPr>
        <p:spPr>
          <a:xfrm>
            <a:off x="0" y="6477000"/>
            <a:ext cx="12192000"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r>
              <a:rPr lang="en-IN" sz="1600" b="1" dirty="0" err="1">
                <a:solidFill>
                  <a:schemeClr val="tx1"/>
                </a:solidFill>
                <a:latin typeface="Arial Rounded MT Bold" panose="020F0704030504030204" pitchFamily="34" charset="0"/>
              </a:rPr>
              <a:t>B.Tech</a:t>
            </a:r>
            <a:r>
              <a:rPr lang="en-IN" sz="1600" b="1" dirty="0">
                <a:solidFill>
                  <a:schemeClr val="tx1"/>
                </a:solidFill>
                <a:latin typeface="Arial Rounded MT Bold" panose="020F0704030504030204" pitchFamily="34" charset="0"/>
              </a:rPr>
              <a:t> II  Year – I Sem | Dept of CS&amp;IT | Project Review</a:t>
            </a:r>
          </a:p>
        </p:txBody>
      </p:sp>
      <p:sp>
        <p:nvSpPr>
          <p:cNvPr id="7" name="Rounded Rectangle 4">
            <a:extLst>
              <a:ext uri="{FF2B5EF4-FFF2-40B4-BE49-F238E27FC236}">
                <a16:creationId xmlns:a16="http://schemas.microsoft.com/office/drawing/2014/main" id="{DC241335-0C7E-F019-80EA-43E87A22BF4B}"/>
              </a:ext>
            </a:extLst>
          </p:cNvPr>
          <p:cNvSpPr/>
          <p:nvPr/>
        </p:nvSpPr>
        <p:spPr>
          <a:xfrm>
            <a:off x="-15875" y="-128588"/>
            <a:ext cx="12207875" cy="393701"/>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endParaRPr lang="en-IN" b="1" dirty="0">
              <a:solidFill>
                <a:schemeClr val="tx1"/>
              </a:solidFill>
              <a:latin typeface="Arial Rounded MT Bold" panose="020F0704030504030204" pitchFamily="34" charset="0"/>
            </a:endParaRPr>
          </a:p>
        </p:txBody>
      </p:sp>
      <p:sp>
        <p:nvSpPr>
          <p:cNvPr id="8" name="Rectangle 7">
            <a:extLst>
              <a:ext uri="{FF2B5EF4-FFF2-40B4-BE49-F238E27FC236}">
                <a16:creationId xmlns:a16="http://schemas.microsoft.com/office/drawing/2014/main" id="{4DCC4146-9D91-958C-D4B3-3D690DC5D32F}"/>
              </a:ext>
            </a:extLst>
          </p:cNvPr>
          <p:cNvSpPr/>
          <p:nvPr/>
        </p:nvSpPr>
        <p:spPr>
          <a:xfrm>
            <a:off x="11261725" y="269875"/>
            <a:ext cx="914400" cy="55086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 name="Subtitle 2">
            <a:extLst>
              <a:ext uri="{FF2B5EF4-FFF2-40B4-BE49-F238E27FC236}">
                <a16:creationId xmlns:a16="http://schemas.microsoft.com/office/drawing/2014/main" id="{1F7DAECF-15C5-C011-2B20-53B6AF29C46D}"/>
              </a:ext>
            </a:extLst>
          </p:cNvPr>
          <p:cNvSpPr>
            <a:spLocks noGrp="1"/>
          </p:cNvSpPr>
          <p:nvPr>
            <p:ph type="subTitle" idx="1"/>
          </p:nvPr>
        </p:nvSpPr>
        <p:spPr>
          <a:xfrm>
            <a:off x="1611313" y="1939925"/>
            <a:ext cx="9385300" cy="4652963"/>
          </a:xfrm>
        </p:spPr>
        <p:txBody>
          <a:bodyPr>
            <a:noAutofit/>
          </a:bodyPr>
          <a:lstStyle/>
          <a:p>
            <a:pPr eaLnBrk="1" hangingPunct="1">
              <a:defRPr/>
            </a:pPr>
            <a:r>
              <a:rPr lang="en-US" sz="2800" b="1" dirty="0"/>
              <a:t>Healthcare and Clinics </a:t>
            </a:r>
            <a:r>
              <a:rPr lang="en-US" sz="2800" b="1" dirty="0" err="1"/>
              <a:t>Moblie</a:t>
            </a:r>
            <a:r>
              <a:rPr lang="en-US" sz="2800" b="1" dirty="0"/>
              <a:t> App for  Patient self-service</a:t>
            </a:r>
          </a:p>
          <a:p>
            <a:pPr eaLnBrk="1" hangingPunct="1">
              <a:defRPr/>
            </a:pPr>
            <a:r>
              <a:rPr lang="en-IN" altLang="en-US" b="1" dirty="0">
                <a:solidFill>
                  <a:srgbClr val="FF0000"/>
                </a:solidFill>
              </a:rPr>
              <a:t>Team Members Details</a:t>
            </a:r>
          </a:p>
          <a:p>
            <a:pPr eaLnBrk="1" hangingPunct="1">
              <a:lnSpc>
                <a:spcPct val="50000"/>
              </a:lnSpc>
              <a:buFont typeface="Calibri Light" panose="020F0302020204030204" pitchFamily="34" charset="0"/>
              <a:buNone/>
              <a:defRPr/>
            </a:pPr>
            <a:r>
              <a:rPr lang="en-US" altLang="en-IN" b="1" dirty="0"/>
              <a:t>1.S.Raghuram Reddy</a:t>
            </a:r>
            <a:r>
              <a:rPr lang="en-IN" altLang="en-US" b="1" dirty="0"/>
              <a:t>– 2520090024</a:t>
            </a:r>
          </a:p>
          <a:p>
            <a:pPr eaLnBrk="1" hangingPunct="1">
              <a:lnSpc>
                <a:spcPct val="50000"/>
              </a:lnSpc>
              <a:buFont typeface="Calibri Light" panose="020F0302020204030204" pitchFamily="34" charset="0"/>
              <a:buNone/>
              <a:defRPr/>
            </a:pPr>
            <a:r>
              <a:rPr lang="en-US" altLang="en-IN" b="1" dirty="0"/>
              <a:t>  2.D.Nikhil Krishna     </a:t>
            </a:r>
            <a:r>
              <a:rPr lang="en-IN" altLang="en-US" b="1" dirty="0"/>
              <a:t>–   2</a:t>
            </a:r>
            <a:r>
              <a:rPr lang="en-US" altLang="en-US" b="1" dirty="0"/>
              <a:t>520090045</a:t>
            </a:r>
            <a:endParaRPr lang="en-US" altLang="en-IN" b="1" dirty="0"/>
          </a:p>
          <a:p>
            <a:pPr eaLnBrk="1" hangingPunct="1">
              <a:lnSpc>
                <a:spcPct val="50000"/>
              </a:lnSpc>
              <a:buFont typeface="Calibri Light" panose="020F0302020204030204" pitchFamily="34" charset="0"/>
              <a:buNone/>
              <a:defRPr/>
            </a:pPr>
            <a:r>
              <a:rPr lang="en-US" altLang="en-IN" b="1" dirty="0"/>
              <a:t>3.M.Prem </a:t>
            </a:r>
            <a:r>
              <a:rPr lang="en-US" altLang="en-IN" b="1" dirty="0" err="1"/>
              <a:t>Manikanta</a:t>
            </a:r>
            <a:r>
              <a:rPr lang="en-US" altLang="en-IN" b="1" dirty="0"/>
              <a:t> Reddy</a:t>
            </a:r>
            <a:r>
              <a:rPr lang="en-IN" altLang="en-US" b="1" dirty="0"/>
              <a:t>–   2520090045</a:t>
            </a:r>
            <a:endParaRPr lang="en-US" altLang="en-IN" b="1" dirty="0"/>
          </a:p>
          <a:p>
            <a:pPr eaLnBrk="1" hangingPunct="1">
              <a:buFont typeface="Calibri Light" panose="020F0302020204030204" pitchFamily="34" charset="0"/>
              <a:buNone/>
              <a:defRPr/>
            </a:pPr>
            <a:r>
              <a:rPr lang="en-IN" altLang="en-US" dirty="0"/>
              <a:t>II Year </a:t>
            </a:r>
            <a:r>
              <a:rPr lang="en-IN" altLang="en-US" dirty="0" err="1"/>
              <a:t>B.Tech</a:t>
            </a:r>
            <a:r>
              <a:rPr lang="en-IN" altLang="en-US" dirty="0"/>
              <a:t>-I Semester – CS&amp;IT</a:t>
            </a:r>
          </a:p>
          <a:p>
            <a:pPr eaLnBrk="1" hangingPunct="1">
              <a:lnSpc>
                <a:spcPct val="50000"/>
              </a:lnSpc>
              <a:defRPr/>
            </a:pPr>
            <a:r>
              <a:rPr lang="en-US" altLang="en-IN" b="1" dirty="0"/>
              <a:t>Under the Guidance of</a:t>
            </a:r>
            <a:r>
              <a:rPr lang="en-US" altLang="en-IN" b="1" dirty="0">
                <a:solidFill>
                  <a:srgbClr val="FF0000"/>
                </a:solidFill>
              </a:rPr>
              <a:t> </a:t>
            </a:r>
          </a:p>
          <a:p>
            <a:pPr eaLnBrk="1" hangingPunct="1">
              <a:lnSpc>
                <a:spcPct val="50000"/>
              </a:lnSpc>
              <a:defRPr/>
            </a:pPr>
            <a:r>
              <a:rPr lang="en-US" altLang="en-IN" b="1" dirty="0">
                <a:solidFill>
                  <a:srgbClr val="FF0000"/>
                </a:solidFill>
              </a:rPr>
              <a:t>Dr.M Gayatri</a:t>
            </a:r>
          </a:p>
          <a:p>
            <a:pPr eaLnBrk="1" hangingPunct="1">
              <a:lnSpc>
                <a:spcPct val="50000"/>
              </a:lnSpc>
              <a:defRPr/>
            </a:pPr>
            <a:r>
              <a:rPr lang="en-US" altLang="en-IN" dirty="0"/>
              <a:t>Associate </a:t>
            </a:r>
            <a:r>
              <a:rPr lang="en-IN" altLang="en-US" dirty="0"/>
              <a:t>Professor </a:t>
            </a:r>
            <a:endParaRPr lang="en-US" altLang="en-IN" b="1" dirty="0">
              <a:solidFill>
                <a:srgbClr val="FF0000"/>
              </a:solidFill>
            </a:endParaRPr>
          </a:p>
        </p:txBody>
      </p:sp>
      <p:pic>
        <p:nvPicPr>
          <p:cNvPr id="4104" name="Picture 1">
            <a:extLst>
              <a:ext uri="{FF2B5EF4-FFF2-40B4-BE49-F238E27FC236}">
                <a16:creationId xmlns:a16="http://schemas.microsoft.com/office/drawing/2014/main" id="{0A6684D6-679B-0DB1-CFF1-A97E5B6A7A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2338" y="595313"/>
            <a:ext cx="8805862"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68FD7-0101-BFDB-5E60-A29810EBF821}"/>
              </a:ext>
            </a:extLst>
          </p:cNvPr>
          <p:cNvSpPr>
            <a:spLocks noGrp="1"/>
          </p:cNvSpPr>
          <p:nvPr>
            <p:ph type="title"/>
          </p:nvPr>
        </p:nvSpPr>
        <p:spPr>
          <a:xfrm>
            <a:off x="838200" y="482600"/>
            <a:ext cx="10515600" cy="598488"/>
          </a:xfrm>
        </p:spPr>
        <p:txBody>
          <a:bodyPr rtlCol="0">
            <a:normAutofit fontScale="90000"/>
          </a:bodyPr>
          <a:lstStyle/>
          <a:p>
            <a:pPr eaLnBrk="1" fontAlgn="auto" hangingPunct="1">
              <a:spcAft>
                <a:spcPts val="0"/>
              </a:spcAft>
              <a:defRPr/>
            </a:pPr>
            <a:r>
              <a:rPr lang="en-IN" sz="4890" b="1" dirty="0">
                <a:solidFill>
                  <a:srgbClr val="002060"/>
                </a:solidFill>
                <a:latin typeface="Times New Roman" panose="02020603050405020304" pitchFamily="18" charset="0"/>
                <a:cs typeface="Times New Roman" panose="02020603050405020304" pitchFamily="18" charset="0"/>
              </a:rPr>
              <a:t>Abstract</a:t>
            </a:r>
          </a:p>
        </p:txBody>
      </p:sp>
      <p:sp>
        <p:nvSpPr>
          <p:cNvPr id="6146" name="Content Placeholder 2">
            <a:extLst>
              <a:ext uri="{FF2B5EF4-FFF2-40B4-BE49-F238E27FC236}">
                <a16:creationId xmlns:a16="http://schemas.microsoft.com/office/drawing/2014/main" id="{906CAE66-CC9B-4356-4210-1604AEED06CB}"/>
              </a:ext>
            </a:extLst>
          </p:cNvPr>
          <p:cNvSpPr>
            <a:spLocks noGrp="1" noChangeArrowheads="1"/>
          </p:cNvSpPr>
          <p:nvPr>
            <p:ph idx="1"/>
          </p:nvPr>
        </p:nvSpPr>
        <p:spPr>
          <a:xfrm>
            <a:off x="838200" y="1081088"/>
            <a:ext cx="10515600" cy="5095875"/>
          </a:xfrm>
        </p:spPr>
        <p:txBody>
          <a:bodyPr/>
          <a:lstStyle/>
          <a:p>
            <a:r>
              <a:rPr lang="en-IN" sz="1600" dirty="0"/>
              <a:t>The Healthcare &amp; Clinics Mobile App for Patient Self-Service is a digital healthcare solution developed to simplify and improve the way patients interact with hospitals, clinics, and healthcare professionals. The application provides patients with a convenient platform to access essential healthcare services through their smartphones without requiring frequent visits or phone calls to the clinic.</a:t>
            </a:r>
            <a:endParaRPr lang="en-IN" sz="1600" b="1" dirty="0"/>
          </a:p>
          <a:p>
            <a:r>
              <a:rPr lang="en-IN" sz="1600" dirty="0"/>
              <a:t>The app allows users to create and manage their profiles, search for doctors, check doctor availability, book and cancel appointments, receive appointment reminders, and view their upcoming and previous appointments. Patients can also access important medical information such as prescriptions, medical reports, diagnoses, and treatment history, depending on the services supported by the clinic. Notifications can be used to inform patients about appointments, medication schedules, reports, and other healthcare updates.</a:t>
            </a:r>
            <a:endParaRPr lang="en-IN" sz="1600" b="1" dirty="0"/>
          </a:p>
          <a:p>
            <a:r>
              <a:rPr lang="en-IN" sz="1600" dirty="0"/>
              <a:t>For healthcare providers, the system helps organize patient information and appointment schedules in a structured manner. Clinic staff can manage doctor availability, confirm or reschedule appointments, and maintain patient records more efficiently. This reduces paperwork, minimizes scheduling conflicts, and improves overall administrative efficiency.</a:t>
            </a:r>
            <a:endParaRPr lang="en-IN" sz="1600" b="1" dirty="0"/>
          </a:p>
          <a:p>
            <a:r>
              <a:rPr lang="en-IN" sz="1600" dirty="0"/>
              <a:t>Security and privacy are important components of the application because healthcare information is sensitive. The system can include secure login, authentication, role-based access, and protected storage of patient information. By combining patient self-service features with efficient clinic management, the application aims to improve accessibility, reduce waiting time, enhance communication, and provide a better healthcare experience for both patients and healthcare providers.</a:t>
            </a:r>
          </a:p>
          <a:p>
            <a:r>
              <a:rPr lang="en-IN" sz="1600" dirty="0"/>
              <a:t>Overall, the Healthcare &amp; Clinics Mobile App provides a simple, accessible, and efficient approach to healthcare management. It helps patients take greater control of their healthcare activities while enabling clinics to deliver services in a more organized and technology-driven manner.</a:t>
            </a:r>
            <a:endParaRPr lang="en-IN" sz="1600" b="1" dirty="0"/>
          </a:p>
          <a:p>
            <a:pPr marL="0" indent="0" algn="just" eaLnBrk="1" hangingPunct="1">
              <a:buFont typeface="Arial" panose="020B0604020202020204" pitchFamily="34" charset="0"/>
              <a:buNone/>
            </a:pPr>
            <a:endParaRPr lang="en-US" altLang="en-US" sz="1600" dirty="0">
              <a:latin typeface="Times New Roman" panose="02020603050405020304" pitchFamily="18" charset="0"/>
            </a:endParaRPr>
          </a:p>
        </p:txBody>
      </p:sp>
      <p:sp>
        <p:nvSpPr>
          <p:cNvPr id="6147" name="Slide Number Placeholder 2">
            <a:extLst>
              <a:ext uri="{FF2B5EF4-FFF2-40B4-BE49-F238E27FC236}">
                <a16:creationId xmlns:a16="http://schemas.microsoft.com/office/drawing/2014/main" id="{35ED0932-6D06-4A06-622E-7511C0CEE053}"/>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DE585E1F-8B6B-436A-815D-F8BB773285A1}" type="slidenum">
              <a:rPr lang="en-IN" altLang="en-US"/>
              <a:pPr/>
              <a:t>2</a:t>
            </a:fld>
            <a:endParaRPr lang="en-IN" altLang="en-US"/>
          </a:p>
        </p:txBody>
      </p:sp>
      <p:sp>
        <p:nvSpPr>
          <p:cNvPr id="6" name="Rounded Rectangle 4">
            <a:extLst>
              <a:ext uri="{FF2B5EF4-FFF2-40B4-BE49-F238E27FC236}">
                <a16:creationId xmlns:a16="http://schemas.microsoft.com/office/drawing/2014/main" id="{79EC6FFA-F764-E6E5-3AB6-3D5489D813C4}"/>
              </a:ext>
            </a:extLst>
          </p:cNvPr>
          <p:cNvSpPr/>
          <p:nvPr/>
        </p:nvSpPr>
        <p:spPr>
          <a:xfrm>
            <a:off x="0" y="6477000"/>
            <a:ext cx="12192000"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r>
              <a:rPr lang="en-IN" sz="1600" b="1" dirty="0" err="1">
                <a:solidFill>
                  <a:schemeClr val="tx1"/>
                </a:solidFill>
                <a:latin typeface="Arial Rounded MT Bold" panose="020F0704030504030204" pitchFamily="34" charset="0"/>
              </a:rPr>
              <a:t>B.Tech</a:t>
            </a:r>
            <a:r>
              <a:rPr lang="en-IN" sz="1600" b="1" dirty="0">
                <a:solidFill>
                  <a:schemeClr val="tx1"/>
                </a:solidFill>
                <a:latin typeface="Arial Rounded MT Bold" panose="020F0704030504030204" pitchFamily="34" charset="0"/>
              </a:rPr>
              <a:t> II Year – I Sem | Dept of Computational Intelligence| Application Development  | Project Review</a:t>
            </a:r>
          </a:p>
        </p:txBody>
      </p:sp>
      <p:pic>
        <p:nvPicPr>
          <p:cNvPr id="6149" name="Picture 7">
            <a:extLst>
              <a:ext uri="{FF2B5EF4-FFF2-40B4-BE49-F238E27FC236}">
                <a16:creationId xmlns:a16="http://schemas.microsoft.com/office/drawing/2014/main" id="{A5ED261D-ECF9-84F7-A5FA-886BAA68B6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93375" y="0"/>
            <a:ext cx="1865313" cy="89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50FCF2-8F1E-F111-AC87-54144F83D4E6}"/>
              </a:ext>
            </a:extLst>
          </p:cNvPr>
          <p:cNvSpPr>
            <a:spLocks noGrp="1"/>
          </p:cNvSpPr>
          <p:nvPr>
            <p:ph type="title"/>
          </p:nvPr>
        </p:nvSpPr>
        <p:spPr>
          <a:xfrm>
            <a:off x="838200" y="457200"/>
            <a:ext cx="10515600" cy="649288"/>
          </a:xfrm>
        </p:spPr>
        <p:txBody>
          <a:bodyPr rtlCol="0">
            <a:normAutofit fontScale="90000"/>
          </a:bodyPr>
          <a:lstStyle/>
          <a:p>
            <a:pPr eaLnBrk="1" fontAlgn="auto" hangingPunct="1">
              <a:spcAft>
                <a:spcPts val="0"/>
              </a:spcAft>
              <a:defRPr/>
            </a:pPr>
            <a:r>
              <a:rPr lang="en-IN" sz="4890" b="1" dirty="0">
                <a:solidFill>
                  <a:srgbClr val="00B0F0"/>
                </a:solidFill>
                <a:latin typeface="Times New Roman" panose="02020603050405020304" pitchFamily="18" charset="0"/>
                <a:cs typeface="Times New Roman" panose="02020603050405020304" pitchFamily="18" charset="0"/>
              </a:rPr>
              <a:t>Introduction</a:t>
            </a:r>
          </a:p>
        </p:txBody>
      </p:sp>
      <p:sp>
        <p:nvSpPr>
          <p:cNvPr id="7170" name="Content Placeholder 2">
            <a:extLst>
              <a:ext uri="{FF2B5EF4-FFF2-40B4-BE49-F238E27FC236}">
                <a16:creationId xmlns:a16="http://schemas.microsoft.com/office/drawing/2014/main" id="{14BEE9B8-A328-1EBE-04ED-E02F4C269951}"/>
              </a:ext>
            </a:extLst>
          </p:cNvPr>
          <p:cNvSpPr>
            <a:spLocks noGrp="1" noChangeArrowheads="1"/>
          </p:cNvSpPr>
          <p:nvPr>
            <p:ph idx="1"/>
          </p:nvPr>
        </p:nvSpPr>
        <p:spPr>
          <a:xfrm>
            <a:off x="838200" y="1106488"/>
            <a:ext cx="10515600" cy="5070475"/>
          </a:xfrm>
        </p:spPr>
        <p:txBody>
          <a:bodyPr/>
          <a:lstStyle/>
          <a:p>
            <a:r>
              <a:rPr lang="en-IN" sz="1800" dirty="0"/>
              <a:t>Healthcare services are an essential part of everyday life, but patients often face difficulties such as long waiting times, manual appointment booking, repeated visits to clinics, and difficulty accessing medical information. Traditional healthcare management systems may also require patients to contact the clinic directly for simple services such as checking doctor availability or confirming appointment.</a:t>
            </a:r>
            <a:endParaRPr lang="en-IN" sz="1800" b="1" dirty="0"/>
          </a:p>
          <a:p>
            <a:r>
              <a:rPr lang="en-IN" sz="1800" dirty="0"/>
              <a:t>The </a:t>
            </a:r>
            <a:r>
              <a:rPr lang="en-IN" sz="1800" b="1" dirty="0"/>
              <a:t>Healthcare &amp; Clinics Mobile App for Patient Self-Service</a:t>
            </a:r>
            <a:r>
              <a:rPr lang="en-IN" sz="1800" dirty="0"/>
              <a:t> is designed to solve these problems by providing healthcare services through a single mobile platform. Patients can create an account, manage their personal information, search for doctors, check availability, book appointments, receive reminders, and view their medical records and prescriptions.</a:t>
            </a:r>
            <a:endParaRPr lang="en-IN" sz="1800" b="1" dirty="0"/>
          </a:p>
          <a:p>
            <a:r>
              <a:rPr lang="en-IN" sz="1800" dirty="0"/>
              <a:t>The application also helps doctors and clinic staff manage appointments and patient information more efficiently. By reducing manual processes and improving communication, the system can save time for both patients and healthcare providers.</a:t>
            </a:r>
            <a:endParaRPr lang="en-IN" sz="1800" b="1" dirty="0"/>
          </a:p>
          <a:p>
            <a:r>
              <a:rPr lang="en-IN" sz="1800" dirty="0"/>
              <a:t>The main goal of this application is to provide a </a:t>
            </a:r>
            <a:r>
              <a:rPr lang="en-IN" sz="1800" b="1" dirty="0"/>
              <a:t>simple, convenient, secure, and user-friendly healthcare platform</a:t>
            </a:r>
            <a:r>
              <a:rPr lang="en-IN" sz="1800" dirty="0"/>
              <a:t> that allows patients to access essential services anytime and anywhere. It promotes better healthcare management and improves the overall patient </a:t>
            </a:r>
            <a:r>
              <a:rPr lang="en-IN" sz="1800" dirty="0" err="1"/>
              <a:t>experienc</a:t>
            </a:r>
            <a:r>
              <a:rPr lang="en-IN" sz="1800" dirty="0"/>
              <a:t>.</a:t>
            </a:r>
            <a:endParaRPr lang="en-IN" sz="1800" b="1" dirty="0"/>
          </a:p>
          <a:p>
            <a:r>
              <a:rPr lang="en-IN" sz="1800" dirty="0"/>
              <a:t>Overall, the Healthcare &amp; Clinics Mobile App aims to make healthcare management more convenient and organized. It provides patients with greater control over their healthcare activities while helping healthcare providers improve their service efficiency and communication with patient</a:t>
            </a:r>
            <a:endParaRPr lang="en-IN" sz="1800" b="1" dirty="0"/>
          </a:p>
          <a:p>
            <a:pPr marL="0" indent="0" algn="just" eaLnBrk="1" hangingPunct="1">
              <a:buFont typeface="Arial" panose="020B0604020202020204" pitchFamily="34" charset="0"/>
              <a:buNone/>
            </a:pPr>
            <a:endParaRPr lang="en-US" altLang="en-US" sz="1800" dirty="0">
              <a:latin typeface="Times New Roman" panose="02020603050405020304" pitchFamily="18" charset="0"/>
            </a:endParaRPr>
          </a:p>
        </p:txBody>
      </p:sp>
      <p:sp>
        <p:nvSpPr>
          <p:cNvPr id="7171" name="Slide Number Placeholder 2">
            <a:extLst>
              <a:ext uri="{FF2B5EF4-FFF2-40B4-BE49-F238E27FC236}">
                <a16:creationId xmlns:a16="http://schemas.microsoft.com/office/drawing/2014/main" id="{A3DE76AA-7AE1-E71B-A300-F088DA5B2978}"/>
              </a:ext>
            </a:extLst>
          </p:cNvPr>
          <p:cNvSpPr>
            <a:spLocks noGrp="1" noChangeArrowheads="1"/>
          </p:cNvSpPr>
          <p:nvPr>
            <p:ph type="sldNum" sz="quarter" idx="12"/>
          </p:nvPr>
        </p:nvSpPr>
        <p:spPr bwMode="auto">
          <a:xfrm>
            <a:off x="9321800" y="6280150"/>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FE85313D-CB4A-438B-84EB-9003FD706B42}" type="slidenum">
              <a:rPr lang="en-IN" altLang="en-US"/>
              <a:pPr/>
              <a:t>3</a:t>
            </a:fld>
            <a:endParaRPr lang="en-IN" altLang="en-US"/>
          </a:p>
        </p:txBody>
      </p:sp>
      <p:sp>
        <p:nvSpPr>
          <p:cNvPr id="3" name="Rounded Rectangle 4">
            <a:extLst>
              <a:ext uri="{FF2B5EF4-FFF2-40B4-BE49-F238E27FC236}">
                <a16:creationId xmlns:a16="http://schemas.microsoft.com/office/drawing/2014/main" id="{BD369B42-804A-9C29-48A3-A6956F3D33C3}"/>
              </a:ext>
            </a:extLst>
          </p:cNvPr>
          <p:cNvSpPr/>
          <p:nvPr/>
        </p:nvSpPr>
        <p:spPr>
          <a:xfrm>
            <a:off x="0" y="6477000"/>
            <a:ext cx="12192000"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r>
              <a:rPr lang="en-IN" sz="1600" b="1" dirty="0" err="1">
                <a:solidFill>
                  <a:schemeClr val="tx1"/>
                </a:solidFill>
                <a:latin typeface="Arial Rounded MT Bold" panose="020F0704030504030204" pitchFamily="34" charset="0"/>
              </a:rPr>
              <a:t>B.Tech</a:t>
            </a:r>
            <a:r>
              <a:rPr lang="en-IN" sz="1600" b="1" dirty="0">
                <a:solidFill>
                  <a:schemeClr val="tx1"/>
                </a:solidFill>
                <a:latin typeface="Arial Rounded MT Bold" panose="020F0704030504030204" pitchFamily="34" charset="0"/>
              </a:rPr>
              <a:t> II Year – I Sem | Dept of | Application Development  | Project Review</a:t>
            </a:r>
          </a:p>
        </p:txBody>
      </p:sp>
      <p:pic>
        <p:nvPicPr>
          <p:cNvPr id="7173" name="Picture 8">
            <a:extLst>
              <a:ext uri="{FF2B5EF4-FFF2-40B4-BE49-F238E27FC236}">
                <a16:creationId xmlns:a16="http://schemas.microsoft.com/office/drawing/2014/main" id="{329F46CF-0AE6-69C6-6936-E893A14D5B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93375" y="0"/>
            <a:ext cx="1865313" cy="89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B59232-C6EB-A325-B8CC-8F77333129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8FB730-48FB-6258-AE1B-17AC1B3D6278}"/>
              </a:ext>
            </a:extLst>
          </p:cNvPr>
          <p:cNvSpPr>
            <a:spLocks noGrp="1"/>
          </p:cNvSpPr>
          <p:nvPr>
            <p:ph type="title"/>
          </p:nvPr>
        </p:nvSpPr>
        <p:spPr>
          <a:xfrm>
            <a:off x="838200" y="457200"/>
            <a:ext cx="10515600" cy="649288"/>
          </a:xfrm>
        </p:spPr>
        <p:txBody>
          <a:bodyPr rtlCol="0">
            <a:normAutofit fontScale="90000"/>
          </a:bodyPr>
          <a:lstStyle/>
          <a:p>
            <a:pPr eaLnBrk="1" fontAlgn="auto" hangingPunct="1">
              <a:spcAft>
                <a:spcPts val="0"/>
              </a:spcAft>
              <a:defRPr/>
            </a:pPr>
            <a:r>
              <a:rPr lang="en-IN" sz="5400" b="1" dirty="0">
                <a:solidFill>
                  <a:schemeClr val="accent1"/>
                </a:solidFill>
              </a:rPr>
              <a:t>Existing System</a:t>
            </a:r>
            <a:endParaRPr lang="en-IN" sz="4890" b="1" dirty="0">
              <a:solidFill>
                <a:schemeClr val="accent1"/>
              </a:solidFill>
              <a:latin typeface="Times New Roman" panose="02020603050405020304" pitchFamily="18" charset="0"/>
              <a:cs typeface="Times New Roman" panose="02020603050405020304" pitchFamily="18" charset="0"/>
            </a:endParaRPr>
          </a:p>
        </p:txBody>
      </p:sp>
      <p:sp>
        <p:nvSpPr>
          <p:cNvPr id="7170" name="Content Placeholder 2">
            <a:extLst>
              <a:ext uri="{FF2B5EF4-FFF2-40B4-BE49-F238E27FC236}">
                <a16:creationId xmlns:a16="http://schemas.microsoft.com/office/drawing/2014/main" id="{7EF2D32C-A4E9-4CDA-EFEF-C15A75511682}"/>
              </a:ext>
            </a:extLst>
          </p:cNvPr>
          <p:cNvSpPr>
            <a:spLocks noGrp="1" noChangeArrowheads="1"/>
          </p:cNvSpPr>
          <p:nvPr>
            <p:ph idx="1"/>
          </p:nvPr>
        </p:nvSpPr>
        <p:spPr>
          <a:xfrm>
            <a:off x="838200" y="1106488"/>
            <a:ext cx="10515600" cy="5070475"/>
          </a:xfrm>
        </p:spPr>
        <p:txBody>
          <a:bodyPr/>
          <a:lstStyle/>
          <a:p>
            <a:r>
              <a:rPr lang="en-IN" sz="1800" dirty="0"/>
              <a:t>The existing healthcare system mainly depends on </a:t>
            </a:r>
            <a:r>
              <a:rPr lang="en-IN" sz="1800" b="1" dirty="0"/>
              <a:t>traditional methods</a:t>
            </a:r>
            <a:r>
              <a:rPr lang="en-IN" sz="1800" dirty="0"/>
              <a:t> such as visiting clinics directly, making phone calls, and maintaining physical records. Patients often need to contact the clinic to check doctor availability, book appointments, or obtain medical information.</a:t>
            </a:r>
          </a:p>
          <a:p>
            <a:r>
              <a:rPr lang="en-IN" sz="1800" b="1" dirty="0"/>
              <a:t>Limitations of the Existing System</a:t>
            </a:r>
          </a:p>
          <a:p>
            <a:pPr lvl="0"/>
            <a:r>
              <a:rPr lang="en-IN" sz="1800" dirty="0"/>
              <a:t>Patients may need to </a:t>
            </a:r>
            <a:r>
              <a:rPr lang="en-IN" sz="1800" b="1" dirty="0"/>
              <a:t>visit the clinic physically</a:t>
            </a:r>
            <a:r>
              <a:rPr lang="en-IN" sz="1800" dirty="0"/>
              <a:t> for basic services. </a:t>
            </a:r>
          </a:p>
          <a:p>
            <a:pPr lvl="0"/>
            <a:r>
              <a:rPr lang="en-IN" sz="1800" dirty="0"/>
              <a:t>Appointment booking is often done through </a:t>
            </a:r>
            <a:r>
              <a:rPr lang="en-IN" sz="1800" b="1" dirty="0"/>
              <a:t>phone calls or reception staff</a:t>
            </a:r>
            <a:r>
              <a:rPr lang="en-IN" sz="1800" dirty="0"/>
              <a:t>. </a:t>
            </a:r>
          </a:p>
          <a:p>
            <a:pPr lvl="0"/>
            <a:r>
              <a:rPr lang="en-IN" sz="1800" dirty="0"/>
              <a:t>Patients may experience </a:t>
            </a:r>
            <a:r>
              <a:rPr lang="en-IN" sz="1800" b="1" dirty="0"/>
              <a:t>long waiting times</a:t>
            </a:r>
            <a:r>
              <a:rPr lang="en-IN" sz="1800" dirty="0"/>
              <a:t>. </a:t>
            </a:r>
          </a:p>
          <a:p>
            <a:pPr lvl="0"/>
            <a:r>
              <a:rPr lang="en-IN" sz="1800" dirty="0"/>
              <a:t>Doctor availability may not be easily visible to patients. </a:t>
            </a:r>
          </a:p>
          <a:p>
            <a:pPr lvl="0"/>
            <a:r>
              <a:rPr lang="en-IN" sz="1800" dirty="0"/>
              <a:t>Medical records may be maintained using </a:t>
            </a:r>
            <a:r>
              <a:rPr lang="en-IN" sz="1800" b="1" dirty="0"/>
              <a:t>paper-based or separate systems</a:t>
            </a:r>
            <a:r>
              <a:rPr lang="en-IN" sz="1800" dirty="0"/>
              <a:t>. </a:t>
            </a:r>
          </a:p>
          <a:p>
            <a:pPr lvl="0"/>
            <a:r>
              <a:rPr lang="en-IN" sz="1800" dirty="0"/>
              <a:t>Patients may have difficulty accessing their </a:t>
            </a:r>
            <a:r>
              <a:rPr lang="en-IN" sz="1800" b="1" dirty="0"/>
              <a:t>prescriptions and medical reports</a:t>
            </a:r>
            <a:r>
              <a:rPr lang="en-IN" sz="1800" dirty="0"/>
              <a:t>. </a:t>
            </a:r>
          </a:p>
          <a:p>
            <a:pPr lvl="0"/>
            <a:r>
              <a:rPr lang="en-IN" sz="1800" dirty="0"/>
              <a:t>Appointment reminders may be limited or completely manual. </a:t>
            </a:r>
          </a:p>
          <a:p>
            <a:pPr lvl="0"/>
            <a:r>
              <a:rPr lang="en-IN" sz="1800" dirty="0"/>
              <a:t>Managing a large number of patients can be </a:t>
            </a:r>
            <a:r>
              <a:rPr lang="en-IN" sz="1800" b="1" dirty="0"/>
              <a:t>time-consuming for clinic staff</a:t>
            </a:r>
            <a:r>
              <a:rPr lang="en-IN" sz="1800" dirty="0"/>
              <a:t>. </a:t>
            </a:r>
          </a:p>
          <a:p>
            <a:pPr lvl="0"/>
            <a:r>
              <a:rPr lang="en-IN" sz="1800" dirty="0"/>
              <a:t>There may be a higher possibility of </a:t>
            </a:r>
            <a:r>
              <a:rPr lang="en-IN" sz="1800" b="1" dirty="0"/>
              <a:t>manual errors and scheduling conflicts</a:t>
            </a:r>
            <a:r>
              <a:rPr lang="en-IN" sz="1800" dirty="0"/>
              <a:t>. </a:t>
            </a:r>
          </a:p>
          <a:p>
            <a:pPr lvl="0"/>
            <a:r>
              <a:rPr lang="en-IN" sz="1800" dirty="0"/>
              <a:t>Patients have limited </a:t>
            </a:r>
            <a:r>
              <a:rPr lang="en-IN" sz="1800" b="1" dirty="0"/>
              <a:t>24/7 access to healthcare services</a:t>
            </a:r>
            <a:r>
              <a:rPr lang="en-IN" sz="1800" dirty="0"/>
              <a:t>.</a:t>
            </a:r>
          </a:p>
          <a:p>
            <a:pPr marL="0" indent="0" algn="just" eaLnBrk="1" hangingPunct="1">
              <a:buFont typeface="Arial" panose="020B0604020202020204" pitchFamily="34" charset="0"/>
              <a:buNone/>
            </a:pPr>
            <a:endParaRPr lang="en-US" altLang="en-US" sz="1800" dirty="0">
              <a:latin typeface="Times New Roman" panose="02020603050405020304" pitchFamily="18" charset="0"/>
            </a:endParaRPr>
          </a:p>
        </p:txBody>
      </p:sp>
      <p:sp>
        <p:nvSpPr>
          <p:cNvPr id="7171" name="Slide Number Placeholder 2">
            <a:extLst>
              <a:ext uri="{FF2B5EF4-FFF2-40B4-BE49-F238E27FC236}">
                <a16:creationId xmlns:a16="http://schemas.microsoft.com/office/drawing/2014/main" id="{F24BFE03-36B5-CBAF-FD09-3067EBDFBD66}"/>
              </a:ext>
            </a:extLst>
          </p:cNvPr>
          <p:cNvSpPr>
            <a:spLocks noGrp="1" noChangeArrowheads="1"/>
          </p:cNvSpPr>
          <p:nvPr>
            <p:ph type="sldNum" sz="quarter" idx="12"/>
          </p:nvPr>
        </p:nvSpPr>
        <p:spPr bwMode="auto">
          <a:xfrm>
            <a:off x="9321800" y="6280150"/>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FE85313D-CB4A-438B-84EB-9003FD706B42}" type="slidenum">
              <a:rPr lang="en-IN" altLang="en-US"/>
              <a:pPr/>
              <a:t>4</a:t>
            </a:fld>
            <a:endParaRPr lang="en-IN" altLang="en-US"/>
          </a:p>
        </p:txBody>
      </p:sp>
      <p:sp>
        <p:nvSpPr>
          <p:cNvPr id="3" name="Rounded Rectangle 4">
            <a:extLst>
              <a:ext uri="{FF2B5EF4-FFF2-40B4-BE49-F238E27FC236}">
                <a16:creationId xmlns:a16="http://schemas.microsoft.com/office/drawing/2014/main" id="{D39ABF5B-19EA-3F8B-C014-49A5955ED9E1}"/>
              </a:ext>
            </a:extLst>
          </p:cNvPr>
          <p:cNvSpPr/>
          <p:nvPr/>
        </p:nvSpPr>
        <p:spPr>
          <a:xfrm>
            <a:off x="0" y="6477000"/>
            <a:ext cx="12192000"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r>
              <a:rPr lang="en-IN" sz="1600" b="1" dirty="0" err="1">
                <a:solidFill>
                  <a:schemeClr val="tx1"/>
                </a:solidFill>
                <a:latin typeface="Arial Rounded MT Bold" panose="020F0704030504030204" pitchFamily="34" charset="0"/>
              </a:rPr>
              <a:t>B.Tech</a:t>
            </a:r>
            <a:r>
              <a:rPr lang="en-IN" sz="1600" b="1" dirty="0">
                <a:solidFill>
                  <a:schemeClr val="tx1"/>
                </a:solidFill>
                <a:latin typeface="Arial Rounded MT Bold" panose="020F0704030504030204" pitchFamily="34" charset="0"/>
              </a:rPr>
              <a:t> II Year – I Sem | Dept of | Application Development  | Project Review</a:t>
            </a:r>
          </a:p>
        </p:txBody>
      </p:sp>
      <p:pic>
        <p:nvPicPr>
          <p:cNvPr id="7173" name="Picture 8">
            <a:extLst>
              <a:ext uri="{FF2B5EF4-FFF2-40B4-BE49-F238E27FC236}">
                <a16:creationId xmlns:a16="http://schemas.microsoft.com/office/drawing/2014/main" id="{52C3D5B8-D6F2-4680-C8C3-9F60058FAC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93375" y="0"/>
            <a:ext cx="1865313" cy="89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991614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78C7E5-59DA-51B5-DF2B-BB82D440A5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3FC7F6-ABD2-1BBE-29D7-F53DD08692E8}"/>
              </a:ext>
            </a:extLst>
          </p:cNvPr>
          <p:cNvSpPr>
            <a:spLocks noGrp="1"/>
          </p:cNvSpPr>
          <p:nvPr>
            <p:ph type="title"/>
          </p:nvPr>
        </p:nvSpPr>
        <p:spPr>
          <a:xfrm>
            <a:off x="838200" y="457200"/>
            <a:ext cx="10515600" cy="649288"/>
          </a:xfrm>
        </p:spPr>
        <p:txBody>
          <a:bodyPr rtlCol="0">
            <a:normAutofit fontScale="90000"/>
          </a:bodyPr>
          <a:lstStyle/>
          <a:p>
            <a:pPr eaLnBrk="1" fontAlgn="auto" hangingPunct="1">
              <a:spcAft>
                <a:spcPts val="0"/>
              </a:spcAft>
              <a:defRPr/>
            </a:pPr>
            <a:r>
              <a:rPr lang="en-IN" sz="5400" b="1" dirty="0">
                <a:solidFill>
                  <a:schemeClr val="accent1"/>
                </a:solidFill>
              </a:rPr>
              <a:t>Proposed System</a:t>
            </a:r>
            <a:endParaRPr lang="en-IN" sz="4890" b="1" dirty="0">
              <a:solidFill>
                <a:schemeClr val="accent1"/>
              </a:solidFill>
              <a:latin typeface="Times New Roman" panose="02020603050405020304" pitchFamily="18" charset="0"/>
              <a:cs typeface="Times New Roman" panose="02020603050405020304" pitchFamily="18" charset="0"/>
            </a:endParaRPr>
          </a:p>
        </p:txBody>
      </p:sp>
      <p:sp>
        <p:nvSpPr>
          <p:cNvPr id="7170" name="Content Placeholder 2">
            <a:extLst>
              <a:ext uri="{FF2B5EF4-FFF2-40B4-BE49-F238E27FC236}">
                <a16:creationId xmlns:a16="http://schemas.microsoft.com/office/drawing/2014/main" id="{9F29EA63-12F7-5949-3ABD-9E665A6E7E06}"/>
              </a:ext>
            </a:extLst>
          </p:cNvPr>
          <p:cNvSpPr>
            <a:spLocks noGrp="1" noChangeArrowheads="1"/>
          </p:cNvSpPr>
          <p:nvPr>
            <p:ph idx="1"/>
          </p:nvPr>
        </p:nvSpPr>
        <p:spPr>
          <a:xfrm>
            <a:off x="838200" y="1106488"/>
            <a:ext cx="10515600" cy="5070475"/>
          </a:xfrm>
        </p:spPr>
        <p:txBody>
          <a:bodyPr/>
          <a:lstStyle/>
          <a:p>
            <a:r>
              <a:rPr lang="en-IN" sz="2000" dirty="0"/>
              <a:t>The proposed system is a </a:t>
            </a:r>
            <a:r>
              <a:rPr lang="en-IN" sz="2000" b="1" dirty="0"/>
              <a:t>mobile healthcare application</a:t>
            </a:r>
            <a:r>
              <a:rPr lang="en-IN" sz="2000" dirty="0"/>
              <a:t> that allows patients to easily access clinic services. It provides:</a:t>
            </a:r>
          </a:p>
          <a:p>
            <a:pPr lvl="0"/>
            <a:r>
              <a:rPr lang="en-IN" sz="2000" dirty="0"/>
              <a:t>Online patient registration and login </a:t>
            </a:r>
          </a:p>
          <a:p>
            <a:pPr lvl="0"/>
            <a:r>
              <a:rPr lang="en-IN" sz="2000" dirty="0"/>
              <a:t>Doctor search and appointment booking </a:t>
            </a:r>
          </a:p>
          <a:p>
            <a:pPr lvl="0"/>
            <a:r>
              <a:rPr lang="en-IN" sz="2000" dirty="0"/>
              <a:t>Appointment reminders and notifications </a:t>
            </a:r>
          </a:p>
          <a:p>
            <a:pPr lvl="0"/>
            <a:r>
              <a:rPr lang="en-IN" sz="2000" dirty="0"/>
              <a:t>Access to prescriptions and medical records </a:t>
            </a:r>
          </a:p>
          <a:p>
            <a:pPr lvl="0"/>
            <a:r>
              <a:rPr lang="en-IN" sz="2000" dirty="0"/>
              <a:t>Doctor and clinic appointment management </a:t>
            </a:r>
          </a:p>
          <a:p>
            <a:pPr lvl="0"/>
            <a:r>
              <a:rPr lang="en-IN" sz="2000" dirty="0"/>
              <a:t>Secure storage of patient information</a:t>
            </a:r>
          </a:p>
          <a:p>
            <a:pPr marL="0" indent="0" algn="just" eaLnBrk="1" hangingPunct="1">
              <a:buFont typeface="Arial" panose="020B0604020202020204" pitchFamily="34" charset="0"/>
              <a:buNone/>
            </a:pPr>
            <a:endParaRPr lang="en-US" altLang="en-US" sz="2000" dirty="0">
              <a:latin typeface="Times New Roman" panose="02020603050405020304" pitchFamily="18" charset="0"/>
            </a:endParaRPr>
          </a:p>
        </p:txBody>
      </p:sp>
      <p:sp>
        <p:nvSpPr>
          <p:cNvPr id="7171" name="Slide Number Placeholder 2">
            <a:extLst>
              <a:ext uri="{FF2B5EF4-FFF2-40B4-BE49-F238E27FC236}">
                <a16:creationId xmlns:a16="http://schemas.microsoft.com/office/drawing/2014/main" id="{678FD2EB-E49C-168C-81D6-6F355847959B}"/>
              </a:ext>
            </a:extLst>
          </p:cNvPr>
          <p:cNvSpPr>
            <a:spLocks noGrp="1" noChangeArrowheads="1"/>
          </p:cNvSpPr>
          <p:nvPr>
            <p:ph type="sldNum" sz="quarter" idx="12"/>
          </p:nvPr>
        </p:nvSpPr>
        <p:spPr bwMode="auto">
          <a:xfrm>
            <a:off x="9321800" y="6280150"/>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FE85313D-CB4A-438B-84EB-9003FD706B42}" type="slidenum">
              <a:rPr lang="en-IN" altLang="en-US"/>
              <a:pPr/>
              <a:t>5</a:t>
            </a:fld>
            <a:endParaRPr lang="en-IN" altLang="en-US"/>
          </a:p>
        </p:txBody>
      </p:sp>
      <p:sp>
        <p:nvSpPr>
          <p:cNvPr id="3" name="Rounded Rectangle 4">
            <a:extLst>
              <a:ext uri="{FF2B5EF4-FFF2-40B4-BE49-F238E27FC236}">
                <a16:creationId xmlns:a16="http://schemas.microsoft.com/office/drawing/2014/main" id="{975226FB-2803-5507-7795-74DB9096C1CA}"/>
              </a:ext>
            </a:extLst>
          </p:cNvPr>
          <p:cNvSpPr/>
          <p:nvPr/>
        </p:nvSpPr>
        <p:spPr>
          <a:xfrm>
            <a:off x="0" y="6477000"/>
            <a:ext cx="12192000"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r>
              <a:rPr lang="en-IN" sz="1600" b="1" dirty="0" err="1">
                <a:solidFill>
                  <a:schemeClr val="tx1"/>
                </a:solidFill>
                <a:latin typeface="Arial Rounded MT Bold" panose="020F0704030504030204" pitchFamily="34" charset="0"/>
              </a:rPr>
              <a:t>B.Tech</a:t>
            </a:r>
            <a:r>
              <a:rPr lang="en-IN" sz="1600" b="1" dirty="0">
                <a:solidFill>
                  <a:schemeClr val="tx1"/>
                </a:solidFill>
                <a:latin typeface="Arial Rounded MT Bold" panose="020F0704030504030204" pitchFamily="34" charset="0"/>
              </a:rPr>
              <a:t> II Year – I Sem | Dept of | Application Development  | Project Review</a:t>
            </a:r>
          </a:p>
        </p:txBody>
      </p:sp>
      <p:pic>
        <p:nvPicPr>
          <p:cNvPr id="7173" name="Picture 8">
            <a:extLst>
              <a:ext uri="{FF2B5EF4-FFF2-40B4-BE49-F238E27FC236}">
                <a16:creationId xmlns:a16="http://schemas.microsoft.com/office/drawing/2014/main" id="{65E26397-37F8-9354-9200-89F5D1D5D9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93375" y="0"/>
            <a:ext cx="1865313" cy="89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603020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E6394-01FC-820D-4051-E7ADD26111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2A7035-B2A3-8D46-49D9-3D5955459A6C}"/>
              </a:ext>
            </a:extLst>
          </p:cNvPr>
          <p:cNvSpPr>
            <a:spLocks noGrp="1"/>
          </p:cNvSpPr>
          <p:nvPr>
            <p:ph type="title"/>
          </p:nvPr>
        </p:nvSpPr>
        <p:spPr>
          <a:xfrm>
            <a:off x="838200" y="457200"/>
            <a:ext cx="10515600" cy="649288"/>
          </a:xfrm>
        </p:spPr>
        <p:txBody>
          <a:bodyPr rtlCol="0">
            <a:normAutofit fontScale="90000"/>
          </a:bodyPr>
          <a:lstStyle/>
          <a:p>
            <a:pPr eaLnBrk="1" fontAlgn="auto" hangingPunct="1">
              <a:spcAft>
                <a:spcPts val="0"/>
              </a:spcAft>
              <a:defRPr/>
            </a:pPr>
            <a:r>
              <a:rPr lang="en-IN" sz="5400" b="1" dirty="0">
                <a:solidFill>
                  <a:schemeClr val="accent1"/>
                </a:solidFill>
              </a:rPr>
              <a:t>Methodology</a:t>
            </a:r>
            <a:endParaRPr lang="en-IN" sz="4890" b="1" dirty="0">
              <a:solidFill>
                <a:schemeClr val="accent1"/>
              </a:solidFill>
              <a:latin typeface="Times New Roman" panose="02020603050405020304" pitchFamily="18" charset="0"/>
              <a:cs typeface="Times New Roman" panose="02020603050405020304" pitchFamily="18" charset="0"/>
            </a:endParaRPr>
          </a:p>
        </p:txBody>
      </p:sp>
      <p:sp>
        <p:nvSpPr>
          <p:cNvPr id="7170" name="Content Placeholder 2">
            <a:extLst>
              <a:ext uri="{FF2B5EF4-FFF2-40B4-BE49-F238E27FC236}">
                <a16:creationId xmlns:a16="http://schemas.microsoft.com/office/drawing/2014/main" id="{B88B53E3-EE1F-5B48-E563-3342930ADEDA}"/>
              </a:ext>
            </a:extLst>
          </p:cNvPr>
          <p:cNvSpPr>
            <a:spLocks noGrp="1" noChangeArrowheads="1"/>
          </p:cNvSpPr>
          <p:nvPr>
            <p:ph idx="1"/>
          </p:nvPr>
        </p:nvSpPr>
        <p:spPr>
          <a:xfrm>
            <a:off x="838200" y="1106488"/>
            <a:ext cx="10515600" cy="5070475"/>
          </a:xfrm>
        </p:spPr>
        <p:txBody>
          <a:bodyPr/>
          <a:lstStyle/>
          <a:p>
            <a:pPr lvl="0"/>
            <a:r>
              <a:rPr lang="en-IN" sz="1600" b="1" dirty="0"/>
              <a:t>Requirement Analysis</a:t>
            </a:r>
            <a:br>
              <a:rPr lang="en-IN" sz="1600" dirty="0"/>
            </a:br>
            <a:r>
              <a:rPr lang="en-IN" sz="1600" dirty="0"/>
              <a:t>Identify the needs of patients, doctors, and clinic staff, such as registration, doctor search, appointment booking, and medical record access. </a:t>
            </a:r>
          </a:p>
          <a:p>
            <a:pPr lvl="0"/>
            <a:r>
              <a:rPr lang="en-IN" sz="1600" b="1" dirty="0"/>
              <a:t>System Design</a:t>
            </a:r>
            <a:br>
              <a:rPr lang="en-IN" sz="1600" dirty="0"/>
            </a:br>
            <a:r>
              <a:rPr lang="en-IN" sz="1600" dirty="0" err="1"/>
              <a:t>Design</a:t>
            </a:r>
            <a:r>
              <a:rPr lang="en-IN" sz="1600" dirty="0"/>
              <a:t> the mobile application interface and system architecture with separate modules for patients, doctors, and clinic staff. </a:t>
            </a:r>
          </a:p>
          <a:p>
            <a:pPr lvl="0"/>
            <a:r>
              <a:rPr lang="en-IN" sz="1600" b="1" dirty="0"/>
              <a:t>User Registration &amp; Authentication</a:t>
            </a:r>
            <a:br>
              <a:rPr lang="en-IN" sz="1600" dirty="0"/>
            </a:br>
            <a:r>
              <a:rPr lang="en-IN" sz="1600" dirty="0"/>
              <a:t>Allow patients to create accounts and securely log in to access their healthcare information. </a:t>
            </a:r>
          </a:p>
          <a:p>
            <a:pPr lvl="0"/>
            <a:r>
              <a:rPr lang="en-IN" sz="1600" b="1" dirty="0"/>
              <a:t>Doctor &amp; Appointment Management</a:t>
            </a:r>
            <a:br>
              <a:rPr lang="en-IN" sz="1600" dirty="0"/>
            </a:br>
            <a:r>
              <a:rPr lang="en-IN" sz="1600" dirty="0"/>
              <a:t>Patients can search for doctors, check availability, book or cancel appointments, while clinic staff can manage schedules. </a:t>
            </a:r>
          </a:p>
          <a:p>
            <a:pPr lvl="0"/>
            <a:r>
              <a:rPr lang="en-IN" sz="1600" b="1" dirty="0"/>
              <a:t>Medical Records Management</a:t>
            </a:r>
            <a:br>
              <a:rPr lang="en-IN" sz="1600" dirty="0"/>
            </a:br>
            <a:r>
              <a:rPr lang="en-IN" sz="1600" dirty="0"/>
              <a:t>Store and provide access to prescriptions, medical reports, diagnoses, and treatment history based on the services supported. </a:t>
            </a:r>
          </a:p>
          <a:p>
            <a:pPr lvl="0"/>
            <a:r>
              <a:rPr lang="en-IN" sz="1600" b="1" dirty="0"/>
              <a:t>Notifications &amp; Reminders</a:t>
            </a:r>
            <a:br>
              <a:rPr lang="en-IN" sz="1600" dirty="0"/>
            </a:br>
            <a:r>
              <a:rPr lang="en-IN" sz="1600" dirty="0"/>
              <a:t>Send notifications for upcoming appointments, medication schedules, reports, and other healthcare updates. </a:t>
            </a:r>
          </a:p>
          <a:p>
            <a:pPr lvl="0"/>
            <a:r>
              <a:rPr lang="en-IN" sz="1600" b="1" dirty="0"/>
              <a:t>Security Implementation</a:t>
            </a:r>
            <a:br>
              <a:rPr lang="en-IN" sz="1600" dirty="0"/>
            </a:br>
            <a:r>
              <a:rPr lang="en-IN" sz="1600" dirty="0"/>
              <a:t>Protect sensitive healthcare information using secure authentication, role-based access, and protected data storage. </a:t>
            </a:r>
          </a:p>
          <a:p>
            <a:pPr lvl="0"/>
            <a:r>
              <a:rPr lang="en-IN" sz="1600" b="1" dirty="0"/>
              <a:t>Testing &amp; Deployment</a:t>
            </a:r>
            <a:br>
              <a:rPr lang="en-IN" sz="1600" dirty="0"/>
            </a:br>
            <a:r>
              <a:rPr lang="en-IN" sz="1600" dirty="0"/>
              <a:t>Test all modules for functionality, usability, security, and reliability before deploying the application.</a:t>
            </a:r>
          </a:p>
          <a:p>
            <a:pPr marL="0" indent="0" algn="just" eaLnBrk="1" hangingPunct="1">
              <a:buFont typeface="Arial" panose="020B0604020202020204" pitchFamily="34" charset="0"/>
              <a:buNone/>
            </a:pPr>
            <a:endParaRPr lang="en-US" altLang="en-US" sz="1600" dirty="0">
              <a:latin typeface="Times New Roman" panose="02020603050405020304" pitchFamily="18" charset="0"/>
            </a:endParaRPr>
          </a:p>
        </p:txBody>
      </p:sp>
      <p:sp>
        <p:nvSpPr>
          <p:cNvPr id="7171" name="Slide Number Placeholder 2">
            <a:extLst>
              <a:ext uri="{FF2B5EF4-FFF2-40B4-BE49-F238E27FC236}">
                <a16:creationId xmlns:a16="http://schemas.microsoft.com/office/drawing/2014/main" id="{8049D5B9-03FC-F20F-9F1F-CE7C6F43219C}"/>
              </a:ext>
            </a:extLst>
          </p:cNvPr>
          <p:cNvSpPr>
            <a:spLocks noGrp="1" noChangeArrowheads="1"/>
          </p:cNvSpPr>
          <p:nvPr>
            <p:ph type="sldNum" sz="quarter" idx="12"/>
          </p:nvPr>
        </p:nvSpPr>
        <p:spPr bwMode="auto">
          <a:xfrm>
            <a:off x="9321800" y="6280150"/>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FE85313D-CB4A-438B-84EB-9003FD706B42}" type="slidenum">
              <a:rPr lang="en-IN" altLang="en-US"/>
              <a:pPr/>
              <a:t>6</a:t>
            </a:fld>
            <a:endParaRPr lang="en-IN" altLang="en-US"/>
          </a:p>
        </p:txBody>
      </p:sp>
      <p:sp>
        <p:nvSpPr>
          <p:cNvPr id="3" name="Rounded Rectangle 4">
            <a:extLst>
              <a:ext uri="{FF2B5EF4-FFF2-40B4-BE49-F238E27FC236}">
                <a16:creationId xmlns:a16="http://schemas.microsoft.com/office/drawing/2014/main" id="{979709C9-6992-71B7-7A5C-7F7E37F6AA8B}"/>
              </a:ext>
            </a:extLst>
          </p:cNvPr>
          <p:cNvSpPr/>
          <p:nvPr/>
        </p:nvSpPr>
        <p:spPr>
          <a:xfrm>
            <a:off x="0" y="6477000"/>
            <a:ext cx="12192000"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r>
              <a:rPr lang="en-IN" sz="1600" b="1" dirty="0" err="1">
                <a:solidFill>
                  <a:schemeClr val="tx1"/>
                </a:solidFill>
                <a:latin typeface="Arial Rounded MT Bold" panose="020F0704030504030204" pitchFamily="34" charset="0"/>
              </a:rPr>
              <a:t>B.Tech</a:t>
            </a:r>
            <a:r>
              <a:rPr lang="en-IN" sz="1600" b="1" dirty="0">
                <a:solidFill>
                  <a:schemeClr val="tx1"/>
                </a:solidFill>
                <a:latin typeface="Arial Rounded MT Bold" panose="020F0704030504030204" pitchFamily="34" charset="0"/>
              </a:rPr>
              <a:t> II Year – I Sem | Dept of | Application Development  | Project Review</a:t>
            </a:r>
          </a:p>
        </p:txBody>
      </p:sp>
      <p:pic>
        <p:nvPicPr>
          <p:cNvPr id="7173" name="Picture 8">
            <a:extLst>
              <a:ext uri="{FF2B5EF4-FFF2-40B4-BE49-F238E27FC236}">
                <a16:creationId xmlns:a16="http://schemas.microsoft.com/office/drawing/2014/main" id="{D93A311B-C37A-3B34-C414-A632D0E8F2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93375" y="0"/>
            <a:ext cx="1865313" cy="89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222056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3FC806-F8D4-E852-4C6B-A3541F70AD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2E7B48-5477-78B6-FDC1-C11FD9C8F2B4}"/>
              </a:ext>
            </a:extLst>
          </p:cNvPr>
          <p:cNvSpPr>
            <a:spLocks noGrp="1"/>
          </p:cNvSpPr>
          <p:nvPr>
            <p:ph type="title"/>
          </p:nvPr>
        </p:nvSpPr>
        <p:spPr>
          <a:xfrm>
            <a:off x="838200" y="457200"/>
            <a:ext cx="10515600" cy="649288"/>
          </a:xfrm>
        </p:spPr>
        <p:txBody>
          <a:bodyPr rtlCol="0">
            <a:noAutofit/>
          </a:bodyPr>
          <a:lstStyle/>
          <a:p>
            <a:pPr eaLnBrk="1" fontAlgn="auto" hangingPunct="1">
              <a:spcAft>
                <a:spcPts val="0"/>
              </a:spcAft>
              <a:defRPr/>
            </a:pPr>
            <a:r>
              <a:rPr lang="en-IN" sz="4800" b="1" dirty="0">
                <a:solidFill>
                  <a:schemeClr val="accent1"/>
                </a:solidFill>
              </a:rPr>
              <a:t>Algorithms</a:t>
            </a:r>
            <a:endParaRPr lang="en-IN" sz="4800" b="1" dirty="0">
              <a:solidFill>
                <a:schemeClr val="accent1"/>
              </a:solidFill>
              <a:latin typeface="Times New Roman" panose="02020603050405020304" pitchFamily="18" charset="0"/>
              <a:cs typeface="Times New Roman" panose="02020603050405020304" pitchFamily="18" charset="0"/>
            </a:endParaRPr>
          </a:p>
        </p:txBody>
      </p:sp>
      <p:sp>
        <p:nvSpPr>
          <p:cNvPr id="7170" name="Content Placeholder 2">
            <a:extLst>
              <a:ext uri="{FF2B5EF4-FFF2-40B4-BE49-F238E27FC236}">
                <a16:creationId xmlns:a16="http://schemas.microsoft.com/office/drawing/2014/main" id="{0F810477-3B09-99EA-2C61-1125534E4E1A}"/>
              </a:ext>
            </a:extLst>
          </p:cNvPr>
          <p:cNvSpPr>
            <a:spLocks noGrp="1" noChangeArrowheads="1"/>
          </p:cNvSpPr>
          <p:nvPr>
            <p:ph idx="1"/>
          </p:nvPr>
        </p:nvSpPr>
        <p:spPr>
          <a:xfrm>
            <a:off x="838200" y="1106488"/>
            <a:ext cx="10515600" cy="5070475"/>
          </a:xfrm>
        </p:spPr>
        <p:txBody>
          <a:bodyPr/>
          <a:lstStyle/>
          <a:p>
            <a:pPr lvl="0"/>
            <a:r>
              <a:rPr lang="en-IN" sz="2000" b="1" dirty="0"/>
              <a:t>User Login:</a:t>
            </a:r>
            <a:r>
              <a:rPr lang="en-IN" sz="2000" dirty="0"/>
              <a:t> Enter details → Validate → Login → Dashboard. </a:t>
            </a:r>
          </a:p>
          <a:p>
            <a:pPr lvl="0"/>
            <a:r>
              <a:rPr lang="en-IN" sz="2000" b="1" dirty="0"/>
              <a:t>Doctor Search:</a:t>
            </a:r>
            <a:r>
              <a:rPr lang="en-IN" sz="2000" dirty="0"/>
              <a:t> Enter specialization → Search → Display doctors. </a:t>
            </a:r>
          </a:p>
          <a:p>
            <a:pPr lvl="0"/>
            <a:r>
              <a:rPr lang="en-IN" sz="2000" b="1" dirty="0"/>
              <a:t>Appointment Booking:</a:t>
            </a:r>
            <a:r>
              <a:rPr lang="en-IN" sz="2000" dirty="0"/>
              <a:t> Select doctor → Check availability → Select slot → Confirm booking. </a:t>
            </a:r>
          </a:p>
          <a:p>
            <a:pPr lvl="0"/>
            <a:r>
              <a:rPr lang="en-IN" sz="2000" b="1" dirty="0"/>
              <a:t>Medical Records:</a:t>
            </a:r>
            <a:r>
              <a:rPr lang="en-IN" sz="2000" dirty="0"/>
              <a:t> Login → Select records → Retrieve → Display. </a:t>
            </a:r>
          </a:p>
          <a:p>
            <a:pPr lvl="0"/>
            <a:r>
              <a:rPr lang="en-IN" sz="2000" b="1" dirty="0"/>
              <a:t>Cancellation:</a:t>
            </a:r>
            <a:r>
              <a:rPr lang="en-IN" sz="2000" dirty="0"/>
              <a:t> Select appointment → Cancel → Update status → Notify patient. </a:t>
            </a:r>
          </a:p>
          <a:p>
            <a:pPr lvl="0"/>
            <a:r>
              <a:rPr lang="en-IN" sz="2000" b="1" dirty="0"/>
              <a:t>Notifications:</a:t>
            </a:r>
            <a:r>
              <a:rPr lang="en-IN" sz="2000" dirty="0"/>
              <a:t> Check appointments → Generate reminder → Send notification. </a:t>
            </a:r>
          </a:p>
          <a:p>
            <a:pPr lvl="0"/>
            <a:r>
              <a:rPr lang="en-IN" sz="2000" b="1" dirty="0"/>
              <a:t>Security:</a:t>
            </a:r>
            <a:r>
              <a:rPr lang="en-IN" sz="2000" dirty="0"/>
              <a:t> Login → Authenticate → Verify role → Allow authorized access.</a:t>
            </a:r>
          </a:p>
          <a:p>
            <a:pPr marL="0" indent="0" algn="just" eaLnBrk="1" hangingPunct="1">
              <a:buFont typeface="Arial" panose="020B0604020202020204" pitchFamily="34" charset="0"/>
              <a:buNone/>
            </a:pPr>
            <a:endParaRPr lang="en-US" altLang="en-US" sz="1600" dirty="0">
              <a:latin typeface="Times New Roman" panose="02020603050405020304" pitchFamily="18" charset="0"/>
            </a:endParaRPr>
          </a:p>
        </p:txBody>
      </p:sp>
      <p:sp>
        <p:nvSpPr>
          <p:cNvPr id="7171" name="Slide Number Placeholder 2">
            <a:extLst>
              <a:ext uri="{FF2B5EF4-FFF2-40B4-BE49-F238E27FC236}">
                <a16:creationId xmlns:a16="http://schemas.microsoft.com/office/drawing/2014/main" id="{6B3087F6-62C0-3B89-E355-F3249C6F1E88}"/>
              </a:ext>
            </a:extLst>
          </p:cNvPr>
          <p:cNvSpPr>
            <a:spLocks noGrp="1" noChangeArrowheads="1"/>
          </p:cNvSpPr>
          <p:nvPr>
            <p:ph type="sldNum" sz="quarter" idx="12"/>
          </p:nvPr>
        </p:nvSpPr>
        <p:spPr bwMode="auto">
          <a:xfrm>
            <a:off x="9321800" y="6280150"/>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FE85313D-CB4A-438B-84EB-9003FD706B42}" type="slidenum">
              <a:rPr lang="en-IN" altLang="en-US"/>
              <a:pPr/>
              <a:t>7</a:t>
            </a:fld>
            <a:endParaRPr lang="en-IN" altLang="en-US"/>
          </a:p>
        </p:txBody>
      </p:sp>
      <p:sp>
        <p:nvSpPr>
          <p:cNvPr id="3" name="Rounded Rectangle 4">
            <a:extLst>
              <a:ext uri="{FF2B5EF4-FFF2-40B4-BE49-F238E27FC236}">
                <a16:creationId xmlns:a16="http://schemas.microsoft.com/office/drawing/2014/main" id="{AAD8BEDD-D7B0-F4EE-9687-6DE8510A41EB}"/>
              </a:ext>
            </a:extLst>
          </p:cNvPr>
          <p:cNvSpPr/>
          <p:nvPr/>
        </p:nvSpPr>
        <p:spPr>
          <a:xfrm>
            <a:off x="0" y="6477000"/>
            <a:ext cx="12192000"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r>
              <a:rPr lang="en-IN" sz="1600" b="1" dirty="0" err="1">
                <a:solidFill>
                  <a:schemeClr val="tx1"/>
                </a:solidFill>
                <a:latin typeface="Arial Rounded MT Bold" panose="020F0704030504030204" pitchFamily="34" charset="0"/>
              </a:rPr>
              <a:t>B.Tech</a:t>
            </a:r>
            <a:r>
              <a:rPr lang="en-IN" sz="1600" b="1" dirty="0">
                <a:solidFill>
                  <a:schemeClr val="tx1"/>
                </a:solidFill>
                <a:latin typeface="Arial Rounded MT Bold" panose="020F0704030504030204" pitchFamily="34" charset="0"/>
              </a:rPr>
              <a:t> II Year – I Sem | Dept of | Application Development  | Project Review</a:t>
            </a:r>
          </a:p>
        </p:txBody>
      </p:sp>
      <p:pic>
        <p:nvPicPr>
          <p:cNvPr id="7173" name="Picture 8">
            <a:extLst>
              <a:ext uri="{FF2B5EF4-FFF2-40B4-BE49-F238E27FC236}">
                <a16:creationId xmlns:a16="http://schemas.microsoft.com/office/drawing/2014/main" id="{6A5B85F8-3EC7-5913-2736-7C6D7CF875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93375" y="0"/>
            <a:ext cx="1865313" cy="89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106064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5E6186-B592-5E58-0672-EBEA2AA86A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DCD224-D92F-35D3-0CAA-DCA8BB97C307}"/>
              </a:ext>
            </a:extLst>
          </p:cNvPr>
          <p:cNvSpPr>
            <a:spLocks noGrp="1"/>
          </p:cNvSpPr>
          <p:nvPr>
            <p:ph type="title"/>
          </p:nvPr>
        </p:nvSpPr>
        <p:spPr>
          <a:xfrm>
            <a:off x="838200" y="457200"/>
            <a:ext cx="10515600" cy="649288"/>
          </a:xfrm>
        </p:spPr>
        <p:txBody>
          <a:bodyPr rtlCol="0">
            <a:normAutofit fontScale="90000"/>
          </a:bodyPr>
          <a:lstStyle/>
          <a:p>
            <a:pPr eaLnBrk="1" fontAlgn="auto" hangingPunct="1">
              <a:spcAft>
                <a:spcPts val="0"/>
              </a:spcAft>
              <a:defRPr/>
            </a:pPr>
            <a:r>
              <a:rPr lang="en-US" sz="5400" dirty="0">
                <a:solidFill>
                  <a:schemeClr val="accent1"/>
                </a:solidFill>
              </a:rPr>
              <a:t>System</a:t>
            </a:r>
            <a:r>
              <a:rPr lang="en-US" sz="5400" dirty="0"/>
              <a:t> </a:t>
            </a:r>
            <a:r>
              <a:rPr lang="en-US" sz="5400" dirty="0">
                <a:solidFill>
                  <a:schemeClr val="accent1"/>
                </a:solidFill>
              </a:rPr>
              <a:t>requirements</a:t>
            </a:r>
            <a:r>
              <a:rPr lang="en-US" sz="5400" dirty="0"/>
              <a:t> </a:t>
            </a:r>
            <a:endParaRPr lang="en-IN" sz="4890" b="1" dirty="0">
              <a:solidFill>
                <a:srgbClr val="00B0F0"/>
              </a:solidFill>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E9B43AD4-6220-D624-E14F-3EE18B747FDE}"/>
              </a:ext>
            </a:extLst>
          </p:cNvPr>
          <p:cNvPicPr>
            <a:picLocks noGrp="1" noChangeAspect="1"/>
          </p:cNvPicPr>
          <p:nvPr>
            <p:ph idx="1"/>
          </p:nvPr>
        </p:nvPicPr>
        <p:blipFill>
          <a:blip r:embed="rId2"/>
          <a:stretch>
            <a:fillRect/>
          </a:stretch>
        </p:blipFill>
        <p:spPr bwMode="auto">
          <a:xfrm>
            <a:off x="1581905" y="1838131"/>
            <a:ext cx="8854524" cy="2805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1" name="Slide Number Placeholder 2">
            <a:extLst>
              <a:ext uri="{FF2B5EF4-FFF2-40B4-BE49-F238E27FC236}">
                <a16:creationId xmlns:a16="http://schemas.microsoft.com/office/drawing/2014/main" id="{D062A6EE-BEBE-B790-56C4-5D80C214B44B}"/>
              </a:ext>
            </a:extLst>
          </p:cNvPr>
          <p:cNvSpPr>
            <a:spLocks noGrp="1" noChangeArrowheads="1"/>
          </p:cNvSpPr>
          <p:nvPr>
            <p:ph type="sldNum" sz="quarter" idx="12"/>
          </p:nvPr>
        </p:nvSpPr>
        <p:spPr bwMode="auto">
          <a:xfrm>
            <a:off x="9321800" y="6280150"/>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FE85313D-CB4A-438B-84EB-9003FD706B42}" type="slidenum">
              <a:rPr lang="en-IN" altLang="en-US"/>
              <a:pPr/>
              <a:t>8</a:t>
            </a:fld>
            <a:endParaRPr lang="en-IN" altLang="en-US"/>
          </a:p>
        </p:txBody>
      </p:sp>
      <p:sp>
        <p:nvSpPr>
          <p:cNvPr id="3" name="Rounded Rectangle 4">
            <a:extLst>
              <a:ext uri="{FF2B5EF4-FFF2-40B4-BE49-F238E27FC236}">
                <a16:creationId xmlns:a16="http://schemas.microsoft.com/office/drawing/2014/main" id="{3A28FD1D-1A67-B921-DB15-01AAE67471F3}"/>
              </a:ext>
            </a:extLst>
          </p:cNvPr>
          <p:cNvSpPr/>
          <p:nvPr/>
        </p:nvSpPr>
        <p:spPr>
          <a:xfrm>
            <a:off x="0" y="6477000"/>
            <a:ext cx="12192000"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r>
              <a:rPr lang="en-IN" sz="1600" b="1" dirty="0" err="1">
                <a:solidFill>
                  <a:schemeClr val="tx1"/>
                </a:solidFill>
                <a:latin typeface="Arial Rounded MT Bold" panose="020F0704030504030204" pitchFamily="34" charset="0"/>
              </a:rPr>
              <a:t>B.Tech</a:t>
            </a:r>
            <a:r>
              <a:rPr lang="en-IN" sz="1600" b="1" dirty="0">
                <a:solidFill>
                  <a:schemeClr val="tx1"/>
                </a:solidFill>
                <a:latin typeface="Arial Rounded MT Bold" panose="020F0704030504030204" pitchFamily="34" charset="0"/>
              </a:rPr>
              <a:t> II Year – I Sem | Dept of | Application Development  | Project Review</a:t>
            </a:r>
          </a:p>
        </p:txBody>
      </p:sp>
      <p:pic>
        <p:nvPicPr>
          <p:cNvPr id="7173" name="Picture 8">
            <a:extLst>
              <a:ext uri="{FF2B5EF4-FFF2-40B4-BE49-F238E27FC236}">
                <a16:creationId xmlns:a16="http://schemas.microsoft.com/office/drawing/2014/main" id="{1C688268-78BE-9B55-0993-E2A3BB38F0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93375" y="0"/>
            <a:ext cx="1865313" cy="89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560923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967DD-AC6C-C7DE-7543-F468666446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364D96-1636-C1DF-EB77-14C23D5120B2}"/>
              </a:ext>
            </a:extLst>
          </p:cNvPr>
          <p:cNvSpPr>
            <a:spLocks noGrp="1"/>
          </p:cNvSpPr>
          <p:nvPr>
            <p:ph type="title"/>
          </p:nvPr>
        </p:nvSpPr>
        <p:spPr>
          <a:xfrm>
            <a:off x="3963955" y="2779712"/>
            <a:ext cx="10515600" cy="649288"/>
          </a:xfrm>
        </p:spPr>
        <p:txBody>
          <a:bodyPr rtlCol="0">
            <a:normAutofit fontScale="90000"/>
          </a:bodyPr>
          <a:lstStyle/>
          <a:p>
            <a:pPr eaLnBrk="1" fontAlgn="auto" hangingPunct="1">
              <a:spcAft>
                <a:spcPts val="0"/>
              </a:spcAft>
              <a:defRPr/>
            </a:pPr>
            <a:r>
              <a:rPr lang="en-US" sz="4890" b="1" dirty="0">
                <a:solidFill>
                  <a:srgbClr val="00B0F0"/>
                </a:solidFill>
                <a:latin typeface="Times New Roman" panose="02020603050405020304" pitchFamily="18" charset="0"/>
                <a:cs typeface="Times New Roman" panose="02020603050405020304" pitchFamily="18" charset="0"/>
              </a:rPr>
              <a:t>THANK YOU</a:t>
            </a:r>
            <a:endParaRPr lang="en-IN" sz="4890" b="1" dirty="0">
              <a:solidFill>
                <a:srgbClr val="00B0F0"/>
              </a:solidFill>
              <a:latin typeface="Times New Roman" panose="02020603050405020304" pitchFamily="18" charset="0"/>
              <a:cs typeface="Times New Roman" panose="02020603050405020304" pitchFamily="18" charset="0"/>
            </a:endParaRPr>
          </a:p>
        </p:txBody>
      </p:sp>
      <p:sp>
        <p:nvSpPr>
          <p:cNvPr id="7171" name="Slide Number Placeholder 2">
            <a:extLst>
              <a:ext uri="{FF2B5EF4-FFF2-40B4-BE49-F238E27FC236}">
                <a16:creationId xmlns:a16="http://schemas.microsoft.com/office/drawing/2014/main" id="{CAA4FD5F-86F7-2DD1-9130-3C1528ABB1DF}"/>
              </a:ext>
            </a:extLst>
          </p:cNvPr>
          <p:cNvSpPr>
            <a:spLocks noGrp="1" noChangeArrowheads="1"/>
          </p:cNvSpPr>
          <p:nvPr>
            <p:ph type="sldNum" sz="quarter" idx="12"/>
          </p:nvPr>
        </p:nvSpPr>
        <p:spPr bwMode="auto">
          <a:xfrm>
            <a:off x="9321800" y="6280150"/>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FE85313D-CB4A-438B-84EB-9003FD706B42}" type="slidenum">
              <a:rPr lang="en-IN" altLang="en-US"/>
              <a:pPr/>
              <a:t>9</a:t>
            </a:fld>
            <a:endParaRPr lang="en-IN" altLang="en-US"/>
          </a:p>
        </p:txBody>
      </p:sp>
      <p:sp>
        <p:nvSpPr>
          <p:cNvPr id="3" name="Rounded Rectangle 4">
            <a:extLst>
              <a:ext uri="{FF2B5EF4-FFF2-40B4-BE49-F238E27FC236}">
                <a16:creationId xmlns:a16="http://schemas.microsoft.com/office/drawing/2014/main" id="{E4B55A02-1B7C-C6D9-1C7B-3A076C9AA41D}"/>
              </a:ext>
            </a:extLst>
          </p:cNvPr>
          <p:cNvSpPr/>
          <p:nvPr/>
        </p:nvSpPr>
        <p:spPr>
          <a:xfrm>
            <a:off x="0" y="6477000"/>
            <a:ext cx="12192000" cy="393700"/>
          </a:xfrm>
          <a:prstGeom prst="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r>
              <a:rPr lang="en-IN" sz="1600" b="1" dirty="0" err="1">
                <a:solidFill>
                  <a:schemeClr val="tx1"/>
                </a:solidFill>
                <a:latin typeface="Arial Rounded MT Bold" panose="020F0704030504030204" pitchFamily="34" charset="0"/>
              </a:rPr>
              <a:t>B.Tech</a:t>
            </a:r>
            <a:r>
              <a:rPr lang="en-IN" sz="1600" b="1" dirty="0">
                <a:solidFill>
                  <a:schemeClr val="tx1"/>
                </a:solidFill>
                <a:latin typeface="Arial Rounded MT Bold" panose="020F0704030504030204" pitchFamily="34" charset="0"/>
              </a:rPr>
              <a:t> II Year – I Sem | Dept of | Application Development  | Project Review</a:t>
            </a:r>
          </a:p>
        </p:txBody>
      </p:sp>
      <p:pic>
        <p:nvPicPr>
          <p:cNvPr id="7173" name="Picture 8">
            <a:extLst>
              <a:ext uri="{FF2B5EF4-FFF2-40B4-BE49-F238E27FC236}">
                <a16:creationId xmlns:a16="http://schemas.microsoft.com/office/drawing/2014/main" id="{2BD556FA-D80C-7C50-437B-2C005BF68F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93375" y="0"/>
            <a:ext cx="1865313" cy="89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07539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TotalTime>
  <Words>1259</Words>
  <Application>Microsoft Office PowerPoint</Application>
  <PresentationFormat>Widescreen</PresentationFormat>
  <Paragraphs>79</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Arial Rounded MT Bold</vt:lpstr>
      <vt:lpstr>Calibri</vt:lpstr>
      <vt:lpstr>Calibri Light</vt:lpstr>
      <vt:lpstr>Times New Roman</vt:lpstr>
      <vt:lpstr>Office Theme</vt:lpstr>
      <vt:lpstr>PowerPoint Presentation</vt:lpstr>
      <vt:lpstr>Abstract</vt:lpstr>
      <vt:lpstr>Introduction</vt:lpstr>
      <vt:lpstr>Existing System</vt:lpstr>
      <vt:lpstr>Proposed System</vt:lpstr>
      <vt:lpstr>Methodology</vt:lpstr>
      <vt:lpstr>Algorithms</vt:lpstr>
      <vt:lpstr>System requirements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 V Kamal</dc:creator>
  <cp:lastModifiedBy>Prem Reddy</cp:lastModifiedBy>
  <cp:revision>53</cp:revision>
  <dcterms:created xsi:type="dcterms:W3CDTF">2022-09-15T14:17:00Z</dcterms:created>
  <dcterms:modified xsi:type="dcterms:W3CDTF">2026-10-08T03:43:19Z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CA684AD55E314E5EB50F5E4221BF87A5_13</vt:lpwstr>
  </property>
  <property fmtid="{D5CDD505-2E9C-101B-9397-08002B2CF9AE}" pid="3" name="KSOProductBuildVer">
    <vt:lpwstr>1033-12.1.0.28032</vt:lpwstr>
  </property>
</Properties>
</file>